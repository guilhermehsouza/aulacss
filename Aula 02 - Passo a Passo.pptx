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114"/>
  </p:notesMasterIdLst>
  <p:handoutMasterIdLst>
    <p:handoutMasterId r:id="rId1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5" r:id="rId30"/>
    <p:sldId id="286" r:id="rId31"/>
    <p:sldId id="287" r:id="rId32"/>
    <p:sldId id="283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7" r:id="rId50"/>
    <p:sldId id="304" r:id="rId51"/>
    <p:sldId id="305" r:id="rId52"/>
    <p:sldId id="306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6" r:id="rId66"/>
    <p:sldId id="320" r:id="rId67"/>
    <p:sldId id="321" r:id="rId68"/>
    <p:sldId id="322" r:id="rId69"/>
    <p:sldId id="323" r:id="rId70"/>
    <p:sldId id="324" r:id="rId71"/>
    <p:sldId id="325" r:id="rId72"/>
    <p:sldId id="327" r:id="rId73"/>
    <p:sldId id="340" r:id="rId74"/>
    <p:sldId id="328" r:id="rId75"/>
    <p:sldId id="329" r:id="rId76"/>
    <p:sldId id="330" r:id="rId77"/>
    <p:sldId id="331" r:id="rId78"/>
    <p:sldId id="332" r:id="rId79"/>
    <p:sldId id="333" r:id="rId80"/>
    <p:sldId id="335" r:id="rId81"/>
    <p:sldId id="334" r:id="rId82"/>
    <p:sldId id="336" r:id="rId83"/>
    <p:sldId id="337" r:id="rId84"/>
    <p:sldId id="341" r:id="rId85"/>
    <p:sldId id="338" r:id="rId86"/>
    <p:sldId id="339" r:id="rId87"/>
    <p:sldId id="342" r:id="rId88"/>
    <p:sldId id="343" r:id="rId89"/>
    <p:sldId id="344" r:id="rId90"/>
    <p:sldId id="346" r:id="rId91"/>
    <p:sldId id="347" r:id="rId92"/>
    <p:sldId id="348" r:id="rId93"/>
    <p:sldId id="345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4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0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173D99-D067-41B2-AE6C-277A67A29C02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FB31F-E394-47A9-91B6-386705BA44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3141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AB6CA-B409-437D-9273-FF0DF7C26A26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D40C0-9213-40D2-B064-FB4123F285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9824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118764" y="886665"/>
            <a:ext cx="3500718" cy="3322264"/>
          </a:xfrm>
          <a:prstGeom prst="ellipse">
            <a:avLst/>
          </a:prstGeom>
          <a:noFill/>
          <a:ln w="12700">
            <a:solidFill>
              <a:schemeClr val="accent3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pt-BR" sz="1800"/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hidden">
          <a:xfrm>
            <a:off x="0" y="1890713"/>
            <a:ext cx="12192000" cy="145577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pt-BR" sz="2400">
              <a:latin typeface="Times New Roman" pitchFamily="18" charset="0"/>
            </a:endParaRPr>
          </a:p>
        </p:txBody>
      </p:sp>
      <p:sp>
        <p:nvSpPr>
          <p:cNvPr id="8" name="Freeform 10"/>
          <p:cNvSpPr>
            <a:spLocks noChangeArrowheads="1"/>
          </p:cNvSpPr>
          <p:nvPr/>
        </p:nvSpPr>
        <p:spPr bwMode="auto">
          <a:xfrm>
            <a:off x="517195" y="1804686"/>
            <a:ext cx="271794" cy="1627826"/>
          </a:xfrm>
          <a:custGeom>
            <a:avLst/>
            <a:gdLst/>
            <a:ahLst/>
            <a:cxnLst>
              <a:cxn ang="0">
                <a:pos x="1000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mpd="sng">
            <a:solidFill>
              <a:schemeClr val="accent3">
                <a:lumMod val="5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pt-BR" sz="1800"/>
          </a:p>
        </p:txBody>
      </p:sp>
      <p:sp>
        <p:nvSpPr>
          <p:cNvPr id="9" name="Freeform 11"/>
          <p:cNvSpPr>
            <a:spLocks noChangeArrowheads="1"/>
          </p:cNvSpPr>
          <p:nvPr/>
        </p:nvSpPr>
        <p:spPr bwMode="auto">
          <a:xfrm>
            <a:off x="11565236" y="1848368"/>
            <a:ext cx="311430" cy="154046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0" y="0"/>
              </a:cxn>
              <a:cxn ang="0">
                <a:pos x="1000" y="1000"/>
              </a:cxn>
              <a:cxn ang="0">
                <a:pos x="0" y="1000"/>
              </a:cxn>
            </a:cxnLst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3">
                <a:lumMod val="50000"/>
              </a:schemeClr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pt-BR" sz="1800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4003084" y="3432512"/>
            <a:ext cx="7305891" cy="282037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pt-BR"/>
              <a:t>Clique para editar o estilo do subtítulo Mestre</a:t>
            </a:r>
            <a:endParaRPr lang="pt-BR" dirty="0"/>
          </a:p>
        </p:txBody>
      </p:sp>
      <p:sp>
        <p:nvSpPr>
          <p:cNvPr id="4814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517194" y="1771485"/>
            <a:ext cx="11359471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-10160" y="5971334"/>
            <a:ext cx="3619525" cy="88666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anchor="ctr" anchorCtr="0">
            <a:noAutofit/>
          </a:bodyPr>
          <a:lstStyle/>
          <a:p>
            <a:pPr algn="ctr" eaLnBrk="1" hangingPunct="1">
              <a:lnSpc>
                <a:spcPct val="120000"/>
              </a:lnSpc>
            </a:pPr>
            <a:r>
              <a:rPr lang="pt-BR" sz="1800" b="1" dirty="0">
                <a:solidFill>
                  <a:schemeClr val="bg1"/>
                </a:solidFill>
              </a:rPr>
              <a:t>Guilherme Henrique de Souza</a:t>
            </a:r>
          </a:p>
          <a:p>
            <a:pPr algn="ctr" eaLnBrk="1" hangingPunct="1">
              <a:lnSpc>
                <a:spcPct val="120000"/>
              </a:lnSpc>
            </a:pPr>
            <a:r>
              <a:rPr lang="pt-BR" sz="1400" u="none" dirty="0">
                <a:solidFill>
                  <a:schemeClr val="bg1"/>
                </a:solidFill>
              </a:rPr>
              <a:t>guilherme.souza02@cps.sp.gov.br </a:t>
            </a:r>
          </a:p>
        </p:txBody>
      </p:sp>
    </p:spTree>
    <p:extLst>
      <p:ext uri="{BB962C8B-B14F-4D97-AF65-F5344CB8AC3E}">
        <p14:creationId xmlns:p14="http://schemas.microsoft.com/office/powerpoint/2010/main" val="4047914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3349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údo e sub-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AC06848-F217-EFCC-38E2-6419F09CC3B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36526" y="1652613"/>
            <a:ext cx="11960224" cy="1223963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72253B16-5DF3-D472-BE1B-209B4E71B91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36526" y="3019475"/>
            <a:ext cx="11960224" cy="3552774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871013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údo e sub-conteúdo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AC06848-F217-EFCC-38E2-6419F09CC3B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36526" y="1652613"/>
            <a:ext cx="11960224" cy="676701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72253B16-5DF3-D472-BE1B-209B4E71B91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36526" y="2472213"/>
            <a:ext cx="10130218" cy="2242863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39A430-28FF-A27F-7C4E-5B3066DBEE8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36526" y="4876945"/>
            <a:ext cx="10130218" cy="1695303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026206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údo e 2 sub-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AC06848-F217-EFCC-38E2-6419F09CC3B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36526" y="1652613"/>
            <a:ext cx="11960224" cy="1223963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72253B16-5DF3-D472-BE1B-209B4E71B91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36526" y="3019475"/>
            <a:ext cx="5799053" cy="3552774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B5B77C-FEB9-FC0A-C357-5BF9F710EBC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56422" y="3019475"/>
            <a:ext cx="5840327" cy="3552774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6954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2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72253B16-5DF3-D472-BE1B-209B4E71B91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36526" y="1652613"/>
            <a:ext cx="5840327" cy="4919636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B5B77C-FEB9-FC0A-C357-5BF9F710EBC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56422" y="1652613"/>
            <a:ext cx="5840327" cy="4919636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427248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85711" y="1714487"/>
            <a:ext cx="5619789" cy="460387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286503" y="1714487"/>
            <a:ext cx="5619789" cy="46038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sz="half" idx="10"/>
          </p:nvPr>
        </p:nvSpPr>
        <p:spPr>
          <a:xfrm>
            <a:off x="285710" y="2214554"/>
            <a:ext cx="5619789" cy="435771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1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86503" y="2214554"/>
            <a:ext cx="5619789" cy="435771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9008BB4-1479-6179-B86A-A0D3B777F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26" y="285751"/>
            <a:ext cx="11674475" cy="12239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4405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rcic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85711" y="1714487"/>
            <a:ext cx="5619789" cy="460387"/>
          </a:xfrm>
          <a:ln>
            <a:solidFill>
              <a:schemeClr val="accent3">
                <a:lumMod val="50000"/>
              </a:schemeClr>
            </a:solidFill>
          </a:ln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286503" y="1714487"/>
            <a:ext cx="5619789" cy="460387"/>
          </a:xfrm>
          <a:ln>
            <a:solidFill>
              <a:schemeClr val="accent3">
                <a:lumMod val="50000"/>
              </a:schemeClr>
            </a:solidFill>
          </a:ln>
        </p:spPr>
        <p:txBody>
          <a:bodyPr anchor="b"/>
          <a:lstStyle>
            <a:lvl1pPr marL="0" indent="0">
              <a:buNone/>
              <a:defRPr sz="32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sz="half" idx="10"/>
          </p:nvPr>
        </p:nvSpPr>
        <p:spPr>
          <a:xfrm>
            <a:off x="285710" y="2214554"/>
            <a:ext cx="5619789" cy="4357718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1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86503" y="2214554"/>
            <a:ext cx="5619789" cy="4357718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26B7887-D346-DE7A-6462-2970886C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26" y="285751"/>
            <a:ext cx="11674475" cy="12239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368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45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288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0" y="1377950"/>
            <a:ext cx="12192000" cy="122238"/>
          </a:xfrm>
          <a:prstGeom prst="rect">
            <a:avLst/>
          </a:prstGeom>
          <a:ln>
            <a:noFill/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pt-BR" sz="2400">
              <a:latin typeface="Times New Roman" pitchFamily="18" charset="0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36526" y="285751"/>
            <a:ext cx="11674475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6526" y="1652612"/>
            <a:ext cx="11960225" cy="491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90000" rIns="91440" bIns="90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7113" name="Freeform 9"/>
          <p:cNvSpPr>
            <a:spLocks noChangeArrowheads="1"/>
          </p:cNvSpPr>
          <p:nvPr/>
        </p:nvSpPr>
        <p:spPr bwMode="auto">
          <a:xfrm>
            <a:off x="136526" y="442914"/>
            <a:ext cx="203200" cy="1066800"/>
          </a:xfrm>
          <a:custGeom>
            <a:avLst/>
            <a:gdLst/>
            <a:ahLst/>
            <a:cxnLst>
              <a:cxn ang="0">
                <a:pos x="1000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mpd="sng">
            <a:solidFill>
              <a:schemeClr val="accent3">
                <a:lumMod val="5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pt-BR" sz="1800"/>
          </a:p>
        </p:txBody>
      </p:sp>
      <p:sp>
        <p:nvSpPr>
          <p:cNvPr id="47114" name="Freeform 10"/>
          <p:cNvSpPr>
            <a:spLocks noChangeArrowheads="1"/>
          </p:cNvSpPr>
          <p:nvPr/>
        </p:nvSpPr>
        <p:spPr bwMode="auto">
          <a:xfrm>
            <a:off x="11893551" y="269875"/>
            <a:ext cx="203200" cy="1073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0" y="0"/>
              </a:cxn>
              <a:cxn ang="0">
                <a:pos x="1000" y="1000"/>
              </a:cxn>
              <a:cxn ang="0">
                <a:pos x="0" y="1000"/>
              </a:cxn>
            </a:cxnLst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3">
                <a:lumMod val="50000"/>
              </a:schemeClr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pt-BR" sz="180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6642848"/>
            <a:ext cx="12192000" cy="215156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 dirty="0">
                <a:solidFill>
                  <a:schemeClr val="bg1"/>
                </a:solidFill>
                <a:latin typeface="Times New Roman" pitchFamily="18" charset="0"/>
              </a:rPr>
              <a:t>Professor: Guilherme Henrique de Souza ( </a:t>
            </a:r>
            <a:r>
              <a:rPr lang="pt-BR" sz="1000" u="none" dirty="0">
                <a:solidFill>
                  <a:schemeClr val="bg1"/>
                </a:solidFill>
              </a:rPr>
              <a:t>guilherme.souza02@cps.sp.gov.br </a:t>
            </a:r>
            <a:r>
              <a:rPr lang="pt-BR" sz="1000" b="1" dirty="0">
                <a:solidFill>
                  <a:schemeClr val="bg1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0" y="1"/>
            <a:ext cx="4800000" cy="14285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r>
              <a:rPr lang="pt-BR" sz="1000" b="1" dirty="0">
                <a:solidFill>
                  <a:schemeClr val="bg2"/>
                </a:solidFill>
              </a:rPr>
              <a:t>Título da aula</a:t>
            </a:r>
            <a:endParaRPr lang="pt-BR" sz="1000" b="1" dirty="0">
              <a:solidFill>
                <a:schemeClr val="bg2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651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8" r:id="rId3"/>
    <p:sldLayoutId id="2147483681" r:id="rId4"/>
    <p:sldLayoutId id="2147483679" r:id="rId5"/>
    <p:sldLayoutId id="2147483680" r:id="rId6"/>
    <p:sldLayoutId id="2147483674" r:id="rId7"/>
    <p:sldLayoutId id="2147483677" r:id="rId8"/>
    <p:sldLayoutId id="2147483675" r:id="rId9"/>
    <p:sldLayoutId id="2147483676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447663" indent="-447663" algn="l" rtl="0" eaLnBrk="1" fontAlgn="base" hangingPunct="1">
        <a:spcBef>
          <a:spcPct val="20000"/>
        </a:spcBef>
        <a:spcAft>
          <a:spcPct val="0"/>
        </a:spcAft>
        <a:buClr>
          <a:schemeClr val="accent3">
            <a:lumMod val="50000"/>
          </a:schemeClr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888978" indent="-439728" algn="l" rtl="0" eaLnBrk="1" fontAlgn="base" hangingPunct="1">
        <a:spcBef>
          <a:spcPct val="20000"/>
        </a:spcBef>
        <a:spcAft>
          <a:spcPct val="0"/>
        </a:spcAft>
        <a:buClr>
          <a:schemeClr val="accent3">
            <a:lumMod val="50000"/>
          </a:schemeClr>
        </a:buClr>
        <a:buSzPct val="65000"/>
        <a:buFont typeface="Wingdings" pitchFamily="2" charset="2"/>
        <a:buChar char="¡"/>
        <a:defRPr sz="2800">
          <a:solidFill>
            <a:schemeClr val="tx1"/>
          </a:solidFill>
          <a:latin typeface="+mn-lt"/>
        </a:defRPr>
      </a:lvl2pPr>
      <a:lvl3pPr marL="1293781" indent="-403215" algn="l" rtl="0" eaLnBrk="1" fontAlgn="base" hangingPunct="1">
        <a:spcBef>
          <a:spcPct val="20000"/>
        </a:spcBef>
        <a:spcAft>
          <a:spcPct val="0"/>
        </a:spcAft>
        <a:buClr>
          <a:schemeClr val="accent3">
            <a:lumMod val="50000"/>
          </a:schemeClr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81121" indent="-385753" algn="l" rtl="0" eaLnBrk="1" fontAlgn="base" hangingPunct="1">
        <a:spcBef>
          <a:spcPct val="20000"/>
        </a:spcBef>
        <a:spcAft>
          <a:spcPct val="0"/>
        </a:spcAft>
        <a:buClr>
          <a:schemeClr val="accent3">
            <a:lumMod val="50000"/>
          </a:schemeClr>
        </a:buClr>
        <a:buSzPct val="75000"/>
        <a:buFont typeface="Wingdings" pitchFamily="2" charset="2"/>
        <a:buChar char="¡"/>
        <a:defRPr sz="2000">
          <a:solidFill>
            <a:schemeClr val="tx1"/>
          </a:solidFill>
          <a:latin typeface="+mn-lt"/>
        </a:defRPr>
      </a:lvl4pPr>
      <a:lvl5pPr marL="2070048" indent="-387341" algn="l" rtl="0" eaLnBrk="1" fontAlgn="base" hangingPunct="1">
        <a:spcBef>
          <a:spcPct val="20000"/>
        </a:spcBef>
        <a:spcAft>
          <a:spcPct val="0"/>
        </a:spcAft>
        <a:buClr>
          <a:schemeClr val="accent3">
            <a:lumMod val="50000"/>
          </a:schemeClr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27237" indent="-387341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84425" indent="-387341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41614" indent="-387341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98803" indent="-387341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tmp"/><Relationship Id="rId2" Type="http://schemas.openxmlformats.org/officeDocument/2006/relationships/image" Target="../media/image37.tmp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tmp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tmp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tmp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0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0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4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0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0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0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0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0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0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0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0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0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0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0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0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0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0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0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0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FC30A7A1-880D-4EA6-76CF-A5C085733D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2" name="Título 2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Aula 02</a:t>
            </a:r>
          </a:p>
        </p:txBody>
      </p:sp>
    </p:spTree>
    <p:extLst>
      <p:ext uri="{BB962C8B-B14F-4D97-AF65-F5344CB8AC3E}">
        <p14:creationId xmlns:p14="http://schemas.microsoft.com/office/powerpoint/2010/main" val="3153816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9ACE30D-8847-903D-C77E-12C482342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80" y="311728"/>
            <a:ext cx="10439239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539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20E03CC5-26DA-A002-631B-400185490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718" y="658582"/>
            <a:ext cx="7367882" cy="577123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69769194-BF03-46CF-89B5-E58A34678159}"/>
              </a:ext>
            </a:extLst>
          </p:cNvPr>
          <p:cNvSpPr/>
          <p:nvPr/>
        </p:nvSpPr>
        <p:spPr bwMode="auto">
          <a:xfrm>
            <a:off x="2210765" y="2951544"/>
            <a:ext cx="3449255" cy="2442259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Seta: para a Esquerda 3">
            <a:extLst>
              <a:ext uri="{FF2B5EF4-FFF2-40B4-BE49-F238E27FC236}">
                <a16:creationId xmlns:a16="http://schemas.microsoft.com/office/drawing/2014/main" id="{9611325A-E4DA-4416-B515-F564FC32E91D}"/>
              </a:ext>
            </a:extLst>
          </p:cNvPr>
          <p:cNvSpPr/>
          <p:nvPr/>
        </p:nvSpPr>
        <p:spPr bwMode="auto">
          <a:xfrm>
            <a:off x="6250329" y="3194613"/>
            <a:ext cx="3148314" cy="1932972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800" dirty="0">
                <a:solidFill>
                  <a:schemeClr val="tx1"/>
                </a:solidFill>
                <a:latin typeface="Arial" charset="0"/>
              </a:rPr>
              <a:t>Crie a pasta e os arquivos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72337E14-BEAF-4C67-994E-FA5F99C15983}"/>
              </a:ext>
            </a:extLst>
          </p:cNvPr>
          <p:cNvCxnSpPr/>
          <p:nvPr/>
        </p:nvCxnSpPr>
        <p:spPr bwMode="auto">
          <a:xfrm flipH="1">
            <a:off x="3738623" y="2210765"/>
            <a:ext cx="1226916" cy="90282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65789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92BE-1AEF-65B7-ECB3-2A57446B5E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estilos.css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1E2469-4014-E014-4385-45D7DB3757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8939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96AB493-2339-9E04-1F5A-6FE45526E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80" y="311728"/>
            <a:ext cx="10439239" cy="6234545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FAFACA52-1750-40E0-A16A-735469A12A8F}"/>
              </a:ext>
            </a:extLst>
          </p:cNvPr>
          <p:cNvCxnSpPr/>
          <p:nvPr/>
        </p:nvCxnSpPr>
        <p:spPr bwMode="auto">
          <a:xfrm flipH="1" flipV="1">
            <a:off x="2291787" y="1689904"/>
            <a:ext cx="3379808" cy="190982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450094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 com letras e números em fundo preto&#10;&#10;O conteúdo gerado por IA pode estar incorreto.">
            <a:extLst>
              <a:ext uri="{FF2B5EF4-FFF2-40B4-BE49-F238E27FC236}">
                <a16:creationId xmlns:a16="http://schemas.microsoft.com/office/drawing/2014/main" id="{57CD14AD-C3DD-C9A2-C51B-C1934F6DA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08" y="382877"/>
            <a:ext cx="5920502" cy="592050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95315C7-9846-4FFC-9768-4D7603FBA7DB}"/>
              </a:ext>
            </a:extLst>
          </p:cNvPr>
          <p:cNvSpPr/>
          <p:nvPr/>
        </p:nvSpPr>
        <p:spPr bwMode="auto">
          <a:xfrm>
            <a:off x="2488557" y="1794076"/>
            <a:ext cx="3981691" cy="293997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922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14B2F41F-3D20-C23D-7DBC-3B6B43EC6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65" y="442525"/>
            <a:ext cx="6190375" cy="6099116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69663D6-EFEE-4D28-A962-3D73938564BE}"/>
              </a:ext>
            </a:extLst>
          </p:cNvPr>
          <p:cNvSpPr/>
          <p:nvPr/>
        </p:nvSpPr>
        <p:spPr bwMode="auto">
          <a:xfrm>
            <a:off x="1574157" y="1354238"/>
            <a:ext cx="2546430" cy="1840375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7EB30A0-AE6A-4BC5-993F-5322AF1A3261}"/>
              </a:ext>
            </a:extLst>
          </p:cNvPr>
          <p:cNvSpPr/>
          <p:nvPr/>
        </p:nvSpPr>
        <p:spPr bwMode="auto">
          <a:xfrm>
            <a:off x="1574157" y="3429000"/>
            <a:ext cx="4872942" cy="2986475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E22D9861-EEE4-4273-A4F9-87C76A6ADD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371" y="2583843"/>
            <a:ext cx="4903968" cy="374751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34B2C58-29A7-417C-B3BA-72277B550251}"/>
              </a:ext>
            </a:extLst>
          </p:cNvPr>
          <p:cNvSpPr/>
          <p:nvPr/>
        </p:nvSpPr>
        <p:spPr bwMode="auto">
          <a:xfrm>
            <a:off x="7764532" y="3854370"/>
            <a:ext cx="3173544" cy="2025569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D847F8EE-D81B-4D69-A84D-649A34DAAA6D}"/>
              </a:ext>
            </a:extLst>
          </p:cNvPr>
          <p:cNvCxnSpPr/>
          <p:nvPr/>
        </p:nvCxnSpPr>
        <p:spPr bwMode="auto">
          <a:xfrm>
            <a:off x="7179260" y="2720051"/>
            <a:ext cx="714674" cy="129636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676402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D23B20C6-F95E-6522-F7B6-5307AE76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94" y="450278"/>
            <a:ext cx="7786815" cy="5950521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0AC0BA88-075F-4C86-BD3F-31C924E0240F}"/>
              </a:ext>
            </a:extLst>
          </p:cNvPr>
          <p:cNvSpPr/>
          <p:nvPr/>
        </p:nvSpPr>
        <p:spPr bwMode="auto">
          <a:xfrm>
            <a:off x="1516284" y="2500132"/>
            <a:ext cx="5544273" cy="3437681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289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D31DDBA9-8D12-9C4D-10CA-402DB9433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59" y="391786"/>
            <a:ext cx="8456347" cy="607458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B2DE1B56-0211-4991-B413-818B50678231}"/>
              </a:ext>
            </a:extLst>
          </p:cNvPr>
          <p:cNvSpPr/>
          <p:nvPr/>
        </p:nvSpPr>
        <p:spPr bwMode="auto">
          <a:xfrm>
            <a:off x="1597306" y="1736203"/>
            <a:ext cx="7048983" cy="3923817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C26CC99B-5488-4273-AD10-CFCA4F2A91B6}"/>
              </a:ext>
            </a:extLst>
          </p:cNvPr>
          <p:cNvCxnSpPr/>
          <p:nvPr/>
        </p:nvCxnSpPr>
        <p:spPr bwMode="auto">
          <a:xfrm>
            <a:off x="1018572" y="1197980"/>
            <a:ext cx="925975" cy="96648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93A02036-E405-419B-A00D-D0D83A3E5F55}"/>
              </a:ext>
            </a:extLst>
          </p:cNvPr>
          <p:cNvSpPr/>
          <p:nvPr/>
        </p:nvSpPr>
        <p:spPr bwMode="auto">
          <a:xfrm>
            <a:off x="9225023" y="3321934"/>
            <a:ext cx="1863524" cy="111117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800" dirty="0">
                <a:solidFill>
                  <a:schemeClr val="tx1"/>
                </a:solidFill>
                <a:latin typeface="Arial" charset="0"/>
              </a:rPr>
              <a:t>negrito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B2BCF75-B115-4C1B-A646-D56A368AFAE1}"/>
              </a:ext>
            </a:extLst>
          </p:cNvPr>
          <p:cNvSpPr/>
          <p:nvPr/>
        </p:nvSpPr>
        <p:spPr bwMode="auto">
          <a:xfrm>
            <a:off x="9225023" y="4585504"/>
            <a:ext cx="1863524" cy="111117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sublinhado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CEF1E0CF-87C0-499D-B2BB-2751CE3CDFA3}"/>
              </a:ext>
            </a:extLst>
          </p:cNvPr>
          <p:cNvCxnSpPr>
            <a:stCxn id="7" idx="2"/>
          </p:cNvCxnSpPr>
          <p:nvPr/>
        </p:nvCxnSpPr>
        <p:spPr bwMode="auto">
          <a:xfrm flipH="1" flipV="1">
            <a:off x="8380071" y="4768770"/>
            <a:ext cx="844952" cy="37231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24C03F69-AAC0-49C1-9E11-768CAC2535EF}"/>
              </a:ext>
            </a:extLst>
          </p:cNvPr>
          <p:cNvCxnSpPr>
            <a:stCxn id="6" idx="2"/>
          </p:cNvCxnSpPr>
          <p:nvPr/>
        </p:nvCxnSpPr>
        <p:spPr bwMode="auto">
          <a:xfrm flipH="1">
            <a:off x="6539696" y="3877519"/>
            <a:ext cx="2685327" cy="25271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89058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89B55A-3C6D-6598-09D9-98BBB0C3B4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Index.html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05020E-FABB-BA72-489B-7EE330181C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8027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157A36A-85C4-DEBE-D95D-9D5659D48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80" y="311728"/>
            <a:ext cx="10439239" cy="6234545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C9CD184D-9FC1-4C98-AC9A-1895AB8C100C}"/>
              </a:ext>
            </a:extLst>
          </p:cNvPr>
          <p:cNvCxnSpPr/>
          <p:nvPr/>
        </p:nvCxnSpPr>
        <p:spPr bwMode="auto">
          <a:xfrm flipH="1" flipV="1">
            <a:off x="2558005" y="2465408"/>
            <a:ext cx="2743200" cy="179407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987530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4101B7B9-D1A2-561E-D558-8D5E48B91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16" y="345831"/>
            <a:ext cx="11193773" cy="5568832"/>
          </a:xfrm>
          <a:prstGeom prst="rect">
            <a:avLst/>
          </a:prstGeom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1CC20261-0E87-4714-A8CD-9777D2C07C8E}"/>
              </a:ext>
            </a:extLst>
          </p:cNvPr>
          <p:cNvSpPr/>
          <p:nvPr/>
        </p:nvSpPr>
        <p:spPr bwMode="auto">
          <a:xfrm>
            <a:off x="6643868" y="3773347"/>
            <a:ext cx="2268638" cy="1481559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800" dirty="0">
                <a:solidFill>
                  <a:schemeClr val="tx1"/>
                </a:solidFill>
                <a:latin typeface="Arial" charset="0"/>
              </a:rPr>
              <a:t>Gerar o </a:t>
            </a:r>
            <a:r>
              <a:rPr lang="pt-BR" sz="2800" dirty="0" err="1">
                <a:solidFill>
                  <a:schemeClr val="tx1"/>
                </a:solidFill>
                <a:latin typeface="Arial" charset="0"/>
              </a:rPr>
              <a:t>html</a:t>
            </a:r>
            <a:endParaRPr lang="pt-BR" sz="280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06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71979B78-1FCF-25AA-5AC8-CF60D25F6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79" y="386651"/>
            <a:ext cx="11039807" cy="5435415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39403CD-FDD9-4BD4-9CB7-18F165F69CAD}"/>
              </a:ext>
            </a:extLst>
          </p:cNvPr>
          <p:cNvSpPr/>
          <p:nvPr/>
        </p:nvSpPr>
        <p:spPr bwMode="auto">
          <a:xfrm>
            <a:off x="2013995" y="3078866"/>
            <a:ext cx="5694744" cy="567159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226D5018-85D9-4CF1-87E2-9E6417031F4A}"/>
              </a:ext>
            </a:extLst>
          </p:cNvPr>
          <p:cNvCxnSpPr/>
          <p:nvPr/>
        </p:nvCxnSpPr>
        <p:spPr bwMode="auto">
          <a:xfrm flipH="1" flipV="1">
            <a:off x="7025832" y="3528832"/>
            <a:ext cx="555585" cy="109670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FEE73476-9905-42B3-973E-24F019B12D44}"/>
              </a:ext>
            </a:extLst>
          </p:cNvPr>
          <p:cNvSpPr/>
          <p:nvPr/>
        </p:nvSpPr>
        <p:spPr bwMode="auto">
          <a:xfrm>
            <a:off x="7384648" y="4421529"/>
            <a:ext cx="2280213" cy="1096701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Arial" charset="0"/>
              </a:rPr>
              <a:t>Nome do arquivo</a:t>
            </a:r>
          </a:p>
        </p:txBody>
      </p:sp>
    </p:spTree>
    <p:extLst>
      <p:ext uri="{BB962C8B-B14F-4D97-AF65-F5344CB8AC3E}">
        <p14:creationId xmlns:p14="http://schemas.microsoft.com/office/powerpoint/2010/main" val="136272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1D9A7FFA-6D20-6594-3C8C-044800EA1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10" y="685202"/>
            <a:ext cx="10308912" cy="5727173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CA2CCF77-E7B7-4FD4-9471-DF12F5B0746A}"/>
              </a:ext>
            </a:extLst>
          </p:cNvPr>
          <p:cNvSpPr/>
          <p:nvPr/>
        </p:nvSpPr>
        <p:spPr bwMode="auto">
          <a:xfrm>
            <a:off x="1284790" y="1643605"/>
            <a:ext cx="7500395" cy="763929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5C2F56F-C0D0-479A-8685-64FB6B80F24C}"/>
              </a:ext>
            </a:extLst>
          </p:cNvPr>
          <p:cNvSpPr/>
          <p:nvPr/>
        </p:nvSpPr>
        <p:spPr bwMode="auto">
          <a:xfrm>
            <a:off x="1284790" y="2708476"/>
            <a:ext cx="4953964" cy="1741991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D5B3B51D-5096-4D63-ABA0-80FA8D32352B}"/>
              </a:ext>
            </a:extLst>
          </p:cNvPr>
          <p:cNvSpPr/>
          <p:nvPr/>
        </p:nvSpPr>
        <p:spPr bwMode="auto">
          <a:xfrm>
            <a:off x="9225023" y="1342663"/>
            <a:ext cx="1898248" cy="1250066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5A83FCD3-9D1C-4EF5-9E7A-6B065B2F1D53}"/>
              </a:ext>
            </a:extLst>
          </p:cNvPr>
          <p:cNvSpPr/>
          <p:nvPr/>
        </p:nvSpPr>
        <p:spPr bwMode="auto">
          <a:xfrm>
            <a:off x="6449028" y="2803967"/>
            <a:ext cx="1898248" cy="1250066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B35ABAD2-CD5B-4D2C-96B5-E8605C259D2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930815" y="3252486"/>
            <a:ext cx="737251" cy="238438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7A464DA5-2AF6-4DBD-BCE2-718FA40E4E52}"/>
              </a:ext>
            </a:extLst>
          </p:cNvPr>
          <p:cNvSpPr/>
          <p:nvPr/>
        </p:nvSpPr>
        <p:spPr bwMode="auto">
          <a:xfrm>
            <a:off x="5486400" y="5418399"/>
            <a:ext cx="1898248" cy="1250066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1600" dirty="0">
                <a:solidFill>
                  <a:schemeClr val="tx1"/>
                </a:solidFill>
                <a:latin typeface="Arial" charset="0"/>
              </a:rPr>
              <a:t>Especificar a classe</a:t>
            </a:r>
          </a:p>
        </p:txBody>
      </p:sp>
    </p:spTree>
    <p:extLst>
      <p:ext uri="{BB962C8B-B14F-4D97-AF65-F5344CB8AC3E}">
        <p14:creationId xmlns:p14="http://schemas.microsoft.com/office/powerpoint/2010/main" val="2966627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D12272F0-C293-C3A7-C03D-EAA33BC434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00" y="473378"/>
            <a:ext cx="8783919" cy="5815393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ED4A1F5A-A1E4-4FC4-9AC8-893377714550}"/>
              </a:ext>
            </a:extLst>
          </p:cNvPr>
          <p:cNvSpPr/>
          <p:nvPr/>
        </p:nvSpPr>
        <p:spPr bwMode="auto">
          <a:xfrm>
            <a:off x="1516284" y="2801073"/>
            <a:ext cx="6377650" cy="2002421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EB3AF6C8-D21C-4AEB-95CD-85E5550053A8}"/>
              </a:ext>
            </a:extLst>
          </p:cNvPr>
          <p:cNvCxnSpPr/>
          <p:nvPr/>
        </p:nvCxnSpPr>
        <p:spPr bwMode="auto">
          <a:xfrm>
            <a:off x="1006997" y="2708476"/>
            <a:ext cx="717631" cy="34724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0468A6B-BECF-491A-987E-5169421C6F82}"/>
              </a:ext>
            </a:extLst>
          </p:cNvPr>
          <p:cNvCxnSpPr/>
          <p:nvPr/>
        </p:nvCxnSpPr>
        <p:spPr bwMode="auto">
          <a:xfrm>
            <a:off x="2488557" y="3429000"/>
            <a:ext cx="3607443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253336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F6A4F6EF-E74D-6229-9C9D-A959025DF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32" y="379938"/>
            <a:ext cx="10727063" cy="735620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37E3F54-9D42-45F8-843F-CBFDB941C56C}"/>
              </a:ext>
            </a:extLst>
          </p:cNvPr>
          <p:cNvSpPr/>
          <p:nvPr/>
        </p:nvSpPr>
        <p:spPr bwMode="auto">
          <a:xfrm>
            <a:off x="1828800" y="3634451"/>
            <a:ext cx="9120851" cy="1863524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CCCA6185-34C0-4518-9AED-54E3370A242B}"/>
              </a:ext>
            </a:extLst>
          </p:cNvPr>
          <p:cNvSpPr/>
          <p:nvPr/>
        </p:nvSpPr>
        <p:spPr bwMode="auto">
          <a:xfrm>
            <a:off x="430932" y="3970116"/>
            <a:ext cx="1189524" cy="99542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BD2B82D-E3FD-4DF9-9617-537D4565F56D}"/>
              </a:ext>
            </a:extLst>
          </p:cNvPr>
          <p:cNvSpPr/>
          <p:nvPr/>
        </p:nvSpPr>
        <p:spPr bwMode="auto">
          <a:xfrm>
            <a:off x="3287210" y="4109013"/>
            <a:ext cx="6065134" cy="520860"/>
          </a:xfrm>
          <a:prstGeom prst="rect">
            <a:avLst/>
          </a:prstGeom>
          <a:noFill/>
          <a:ln w="381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CD389C3-F54A-4A21-BDC0-D150CD7C6E6D}"/>
              </a:ext>
            </a:extLst>
          </p:cNvPr>
          <p:cNvSpPr/>
          <p:nvPr/>
        </p:nvSpPr>
        <p:spPr bwMode="auto">
          <a:xfrm>
            <a:off x="3287209" y="4602866"/>
            <a:ext cx="6690167" cy="520860"/>
          </a:xfrm>
          <a:prstGeom prst="rect">
            <a:avLst/>
          </a:prstGeom>
          <a:noFill/>
          <a:ln w="381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988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4D08308-1523-1AE8-C1E4-58253528F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819150"/>
            <a:ext cx="783907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065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7B571-832A-B377-B4DA-D658A11AA2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Estilos.css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6567A0-73C4-3F4E-27A0-71E7DC7C7B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000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69C8999-39CE-97E6-DE73-4B44001F2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80" y="311728"/>
            <a:ext cx="10439239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76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1795C730-2C88-A7B2-C81A-49BA7E5F6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27" y="347585"/>
            <a:ext cx="7323508" cy="6286364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2BAA46E-5137-49B8-B5B7-D4FB5DE74601}"/>
              </a:ext>
            </a:extLst>
          </p:cNvPr>
          <p:cNvSpPr/>
          <p:nvPr/>
        </p:nvSpPr>
        <p:spPr bwMode="auto">
          <a:xfrm>
            <a:off x="601884" y="2349661"/>
            <a:ext cx="7095281" cy="3646025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5CD8F439-FAAA-4B35-B537-A0782E467121}"/>
              </a:ext>
            </a:extLst>
          </p:cNvPr>
          <p:cNvCxnSpPr/>
          <p:nvPr/>
        </p:nvCxnSpPr>
        <p:spPr bwMode="auto">
          <a:xfrm>
            <a:off x="524127" y="1711398"/>
            <a:ext cx="413422" cy="84660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624758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A557E778-DF49-2EDF-6DE2-7B74E1F0A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75" y="294848"/>
            <a:ext cx="6390056" cy="6016368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6268587-1353-4552-96B8-5A4C8EDDDDA0}"/>
              </a:ext>
            </a:extLst>
          </p:cNvPr>
          <p:cNvSpPr/>
          <p:nvPr/>
        </p:nvSpPr>
        <p:spPr bwMode="auto">
          <a:xfrm>
            <a:off x="855696" y="3912243"/>
            <a:ext cx="5240304" cy="2176041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C9327558-05B1-4E62-AB21-67EE8B3466F5}"/>
              </a:ext>
            </a:extLst>
          </p:cNvPr>
          <p:cNvCxnSpPr/>
          <p:nvPr/>
        </p:nvCxnSpPr>
        <p:spPr bwMode="auto">
          <a:xfrm>
            <a:off x="0" y="3333509"/>
            <a:ext cx="983848" cy="71763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C4A78C89-F4A2-4235-94CB-BB6170EF33DB}"/>
              </a:ext>
            </a:extLst>
          </p:cNvPr>
          <p:cNvCxnSpPr/>
          <p:nvPr/>
        </p:nvCxnSpPr>
        <p:spPr bwMode="auto">
          <a:xfrm flipH="1">
            <a:off x="4456253" y="3136739"/>
            <a:ext cx="4016415" cy="168990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9B5167A3-EBC7-499C-BC18-0AD1554C40D6}"/>
              </a:ext>
            </a:extLst>
          </p:cNvPr>
          <p:cNvSpPr/>
          <p:nvPr/>
        </p:nvSpPr>
        <p:spPr bwMode="auto">
          <a:xfrm>
            <a:off x="8368496" y="2338086"/>
            <a:ext cx="2696901" cy="1713053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800" dirty="0">
                <a:solidFill>
                  <a:schemeClr val="tx1"/>
                </a:solidFill>
                <a:latin typeface="Arial" charset="0"/>
              </a:rPr>
              <a:t>Alterando o display para </a:t>
            </a:r>
            <a:r>
              <a:rPr lang="pt-BR" sz="2800" u="sng" dirty="0" err="1">
                <a:solidFill>
                  <a:schemeClr val="tx1"/>
                </a:solidFill>
                <a:latin typeface="Arial" charset="0"/>
              </a:rPr>
              <a:t>flex</a:t>
            </a:r>
            <a:endParaRPr lang="pt-BR" sz="2800" u="sng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07F4F69-D897-4852-9E2E-44EC55863417}"/>
              </a:ext>
            </a:extLst>
          </p:cNvPr>
          <p:cNvSpPr/>
          <p:nvPr/>
        </p:nvSpPr>
        <p:spPr bwMode="auto">
          <a:xfrm>
            <a:off x="8368496" y="4600937"/>
            <a:ext cx="2696901" cy="1713053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Arial" charset="0"/>
              </a:rPr>
              <a:t>O conteúdo da linha ao centro</a:t>
            </a:r>
            <a:endParaRPr lang="pt-BR" sz="2400" u="sng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39680FC-9B47-4DCA-B293-E6C307650CC9}"/>
              </a:ext>
            </a:extLst>
          </p:cNvPr>
          <p:cNvCxnSpPr>
            <a:cxnSpLocks/>
            <a:stCxn id="9" idx="2"/>
          </p:cNvCxnSpPr>
          <p:nvPr/>
        </p:nvCxnSpPr>
        <p:spPr bwMode="auto">
          <a:xfrm flipH="1" flipV="1">
            <a:off x="5868365" y="5373547"/>
            <a:ext cx="2500131" cy="8391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33525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C59D1659-BE80-C057-6E5E-13E2D75CDD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39" y="352024"/>
            <a:ext cx="5387961" cy="606687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3E989257-1070-4D06-832D-1E16E918A67C}"/>
              </a:ext>
            </a:extLst>
          </p:cNvPr>
          <p:cNvSpPr/>
          <p:nvPr/>
        </p:nvSpPr>
        <p:spPr bwMode="auto">
          <a:xfrm>
            <a:off x="532435" y="2442258"/>
            <a:ext cx="4525702" cy="1817226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D3983AD-1CDE-4A56-A026-8CEED94323E9}"/>
              </a:ext>
            </a:extLst>
          </p:cNvPr>
          <p:cNvSpPr/>
          <p:nvPr/>
        </p:nvSpPr>
        <p:spPr bwMode="auto">
          <a:xfrm>
            <a:off x="532435" y="4411884"/>
            <a:ext cx="4525702" cy="1817226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975C84A-7983-457B-A79F-D398D9154D37}"/>
              </a:ext>
            </a:extLst>
          </p:cNvPr>
          <p:cNvSpPr/>
          <p:nvPr/>
        </p:nvSpPr>
        <p:spPr bwMode="auto">
          <a:xfrm>
            <a:off x="7020045" y="173621"/>
            <a:ext cx="2696901" cy="1713053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800" dirty="0">
                <a:solidFill>
                  <a:schemeClr val="tx1"/>
                </a:solidFill>
                <a:latin typeface="Arial" charset="0"/>
              </a:rPr>
              <a:t>Alterando o display para </a:t>
            </a:r>
            <a:r>
              <a:rPr lang="pt-BR" sz="2800" u="sng" dirty="0" err="1">
                <a:solidFill>
                  <a:schemeClr val="tx1"/>
                </a:solidFill>
                <a:latin typeface="Arial" charset="0"/>
              </a:rPr>
              <a:t>flex</a:t>
            </a:r>
            <a:endParaRPr lang="pt-BR" sz="2800" u="sng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84E0D90-5DA5-48B3-9509-93EE5A55CFB0}"/>
              </a:ext>
            </a:extLst>
          </p:cNvPr>
          <p:cNvSpPr/>
          <p:nvPr/>
        </p:nvSpPr>
        <p:spPr bwMode="auto">
          <a:xfrm>
            <a:off x="8368496" y="4600937"/>
            <a:ext cx="2696901" cy="1713053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Arial" charset="0"/>
              </a:rPr>
              <a:t>O conteúdo da linha no </a:t>
            </a:r>
            <a:r>
              <a:rPr lang="pt-BR" sz="2400" u="sng" dirty="0">
                <a:solidFill>
                  <a:schemeClr val="tx1"/>
                </a:solidFill>
                <a:latin typeface="Arial" charset="0"/>
              </a:rPr>
              <a:t>final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BB4DF799-3A03-4DE9-944B-059C564BE8C6}"/>
              </a:ext>
            </a:extLst>
          </p:cNvPr>
          <p:cNvCxnSpPr>
            <a:cxnSpLocks/>
            <a:stCxn id="6" idx="2"/>
          </p:cNvCxnSpPr>
          <p:nvPr/>
        </p:nvCxnSpPr>
        <p:spPr bwMode="auto">
          <a:xfrm flipH="1">
            <a:off x="4944320" y="5457464"/>
            <a:ext cx="3424176" cy="9838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5FD9333-13DC-469C-9981-E42DFE65A862}"/>
              </a:ext>
            </a:extLst>
          </p:cNvPr>
          <p:cNvSpPr/>
          <p:nvPr/>
        </p:nvSpPr>
        <p:spPr bwMode="auto">
          <a:xfrm>
            <a:off x="8219954" y="2572473"/>
            <a:ext cx="2696901" cy="1713053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Arial" charset="0"/>
              </a:rPr>
              <a:t>O conteúdo da linha no </a:t>
            </a:r>
            <a:r>
              <a:rPr lang="pt-BR" sz="2400" u="sng" dirty="0">
                <a:solidFill>
                  <a:schemeClr val="tx1"/>
                </a:solidFill>
                <a:latin typeface="Arial" charset="0"/>
              </a:rPr>
              <a:t>inicio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430CA45-705C-41AC-925C-AB9DC9C18313}"/>
              </a:ext>
            </a:extLst>
          </p:cNvPr>
          <p:cNvCxnSpPr>
            <a:cxnSpLocks/>
            <a:stCxn id="9" idx="2"/>
          </p:cNvCxnSpPr>
          <p:nvPr/>
        </p:nvCxnSpPr>
        <p:spPr bwMode="auto">
          <a:xfrm flipH="1">
            <a:off x="4653023" y="3429000"/>
            <a:ext cx="3566931" cy="22474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12510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6EA7C31C-6981-91E8-9964-91D2B6A26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06" y="310413"/>
            <a:ext cx="5750585" cy="6237173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D948653-A4C4-433E-B046-9CB286EB968C}"/>
              </a:ext>
            </a:extLst>
          </p:cNvPr>
          <p:cNvSpPr/>
          <p:nvPr/>
        </p:nvSpPr>
        <p:spPr bwMode="auto">
          <a:xfrm>
            <a:off x="972273" y="2604304"/>
            <a:ext cx="5123727" cy="1886673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2E5D4FA-2DD7-4715-8745-E1F9B0228FB3}"/>
              </a:ext>
            </a:extLst>
          </p:cNvPr>
          <p:cNvSpPr/>
          <p:nvPr/>
        </p:nvSpPr>
        <p:spPr bwMode="auto">
          <a:xfrm>
            <a:off x="972273" y="4499745"/>
            <a:ext cx="5123727" cy="1886673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517CAB6-8FA9-496E-AB78-9827BE53F634}"/>
              </a:ext>
            </a:extLst>
          </p:cNvPr>
          <p:cNvSpPr/>
          <p:nvPr/>
        </p:nvSpPr>
        <p:spPr bwMode="auto">
          <a:xfrm>
            <a:off x="7020045" y="173621"/>
            <a:ext cx="2696901" cy="1713053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800" dirty="0">
                <a:solidFill>
                  <a:schemeClr val="tx1"/>
                </a:solidFill>
                <a:latin typeface="Arial" charset="0"/>
              </a:rPr>
              <a:t>Alterando o display para </a:t>
            </a:r>
            <a:r>
              <a:rPr lang="pt-BR" sz="2800" u="sng" dirty="0" err="1">
                <a:solidFill>
                  <a:schemeClr val="tx1"/>
                </a:solidFill>
                <a:latin typeface="Arial" charset="0"/>
              </a:rPr>
              <a:t>flex</a:t>
            </a:r>
            <a:endParaRPr lang="pt-BR" sz="2800" u="sng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C4591A0-AE0C-4148-AD6D-1EF38173A4C5}"/>
              </a:ext>
            </a:extLst>
          </p:cNvPr>
          <p:cNvSpPr/>
          <p:nvPr/>
        </p:nvSpPr>
        <p:spPr bwMode="auto">
          <a:xfrm>
            <a:off x="8368496" y="4600937"/>
            <a:ext cx="2696901" cy="1713053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Arial" charset="0"/>
              </a:rPr>
              <a:t>O conteúdo da linha no </a:t>
            </a:r>
            <a:r>
              <a:rPr lang="pt-BR" sz="2400" u="sng" dirty="0" err="1">
                <a:solidFill>
                  <a:schemeClr val="tx1"/>
                </a:solidFill>
                <a:latin typeface="Arial" charset="0"/>
              </a:rPr>
              <a:t>between</a:t>
            </a:r>
            <a:endParaRPr lang="pt-BR" sz="2400" u="sng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7DF532B-2DB9-47C8-B87B-5E22A0A0AD79}"/>
              </a:ext>
            </a:extLst>
          </p:cNvPr>
          <p:cNvSpPr/>
          <p:nvPr/>
        </p:nvSpPr>
        <p:spPr bwMode="auto">
          <a:xfrm>
            <a:off x="8219954" y="2572473"/>
            <a:ext cx="2696901" cy="1713053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Arial" charset="0"/>
              </a:rPr>
              <a:t>O conteúdo da linha no </a:t>
            </a:r>
            <a:r>
              <a:rPr lang="pt-BR" sz="2400" u="sng" dirty="0" err="1">
                <a:solidFill>
                  <a:schemeClr val="tx1"/>
                </a:solidFill>
                <a:latin typeface="Arial" charset="0"/>
              </a:rPr>
              <a:t>around</a:t>
            </a:r>
            <a:endParaRPr lang="pt-BR" sz="2400" u="sng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8C7179E9-34EA-4DD3-8289-7E5DECA76F80}"/>
              </a:ext>
            </a:extLst>
          </p:cNvPr>
          <p:cNvCxnSpPr/>
          <p:nvPr/>
        </p:nvCxnSpPr>
        <p:spPr bwMode="auto">
          <a:xfrm flipH="1">
            <a:off x="3437681" y="1516284"/>
            <a:ext cx="3865944" cy="180565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A1739107-14F7-4814-8ADB-B29C22565949}"/>
              </a:ext>
            </a:extLst>
          </p:cNvPr>
          <p:cNvCxnSpPr>
            <a:stCxn id="7" idx="2"/>
          </p:cNvCxnSpPr>
          <p:nvPr/>
        </p:nvCxnSpPr>
        <p:spPr bwMode="auto">
          <a:xfrm flipH="1">
            <a:off x="5822066" y="3429000"/>
            <a:ext cx="2397888" cy="39064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5267298D-2A16-444B-A581-BC9AE8ACE74C}"/>
              </a:ext>
            </a:extLst>
          </p:cNvPr>
          <p:cNvCxnSpPr>
            <a:cxnSpLocks/>
            <a:stCxn id="6" idx="2"/>
          </p:cNvCxnSpPr>
          <p:nvPr/>
        </p:nvCxnSpPr>
        <p:spPr bwMode="auto">
          <a:xfrm flipH="1">
            <a:off x="5822066" y="5457464"/>
            <a:ext cx="2546430" cy="32987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461251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C5B0D-74EE-D4DF-2B28-8393B0026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Exemplo1.html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B158F5-54BE-65A6-30AA-CE60A0CBA5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317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0ADC036-B869-E596-14CD-A7D8BFE33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80" y="311728"/>
            <a:ext cx="10439239" cy="6234545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EE9738C1-D3A8-4B83-97B3-10FB3D3A9349}"/>
              </a:ext>
            </a:extLst>
          </p:cNvPr>
          <p:cNvCxnSpPr/>
          <p:nvPr/>
        </p:nvCxnSpPr>
        <p:spPr bwMode="auto">
          <a:xfrm flipH="1" flipV="1">
            <a:off x="2546430" y="1909823"/>
            <a:ext cx="2430684" cy="203714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34172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32D80E3D-1F0C-CC3F-F08B-43CC30459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75" y="329022"/>
            <a:ext cx="10646217" cy="637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66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274B80CA-FB8F-2851-0C8F-B5494FE4A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07" y="303256"/>
            <a:ext cx="10057956" cy="6517145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2D72ABC2-3B27-4BC3-A93E-A83D02770095}"/>
              </a:ext>
            </a:extLst>
          </p:cNvPr>
          <p:cNvSpPr/>
          <p:nvPr/>
        </p:nvSpPr>
        <p:spPr bwMode="auto">
          <a:xfrm>
            <a:off x="1724628" y="3148314"/>
            <a:ext cx="5509549" cy="509286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50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CE7E203A-B335-8DA7-C2B1-340DD0E39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54" y="-546037"/>
            <a:ext cx="10920892" cy="7950075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EFDE0366-A373-4365-A635-0FBACD551CF3}"/>
              </a:ext>
            </a:extLst>
          </p:cNvPr>
          <p:cNvSpPr/>
          <p:nvPr/>
        </p:nvSpPr>
        <p:spPr bwMode="auto">
          <a:xfrm>
            <a:off x="2199190" y="2407534"/>
            <a:ext cx="5706319" cy="555585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1406E9C-CA9B-4F6D-A409-C00853202E90}"/>
              </a:ext>
            </a:extLst>
          </p:cNvPr>
          <p:cNvSpPr/>
          <p:nvPr/>
        </p:nvSpPr>
        <p:spPr bwMode="auto">
          <a:xfrm>
            <a:off x="2037144" y="4386805"/>
            <a:ext cx="2569580" cy="995423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5896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5002AAB-211A-7DF9-14DB-5B35E5FE6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819150"/>
            <a:ext cx="783907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7241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49C4C49D-0019-5286-9F24-FFA292E40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592" y="0"/>
            <a:ext cx="6413205" cy="830716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E262202-3C0F-4C10-BC94-3DB3922FBAF2}"/>
              </a:ext>
            </a:extLst>
          </p:cNvPr>
          <p:cNvSpPr/>
          <p:nvPr/>
        </p:nvSpPr>
        <p:spPr bwMode="auto">
          <a:xfrm>
            <a:off x="1585732" y="2615878"/>
            <a:ext cx="4510268" cy="2893671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03822A3D-F188-4E90-83B0-335FAB0FECE8}"/>
              </a:ext>
            </a:extLst>
          </p:cNvPr>
          <p:cNvSpPr/>
          <p:nvPr/>
        </p:nvSpPr>
        <p:spPr bwMode="auto">
          <a:xfrm>
            <a:off x="0" y="3125165"/>
            <a:ext cx="1446835" cy="1412111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0601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A5E66B9-C19D-4828-8846-C23349D23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819150"/>
            <a:ext cx="783907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1806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DC219CF3-C117-2595-6CE0-8BF7D2731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62" y="362561"/>
            <a:ext cx="5544194" cy="6989363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4B034E2-9A3E-40D4-9853-E7F048FBE6B7}"/>
              </a:ext>
            </a:extLst>
          </p:cNvPr>
          <p:cNvSpPr/>
          <p:nvPr/>
        </p:nvSpPr>
        <p:spPr bwMode="auto">
          <a:xfrm>
            <a:off x="1111170" y="4224759"/>
            <a:ext cx="4815068" cy="1574157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784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8FEA110-6B44-6E3B-9E9E-18FEAA20E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819150"/>
            <a:ext cx="783907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384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xt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57AC5598-786E-6247-A353-EA873DBCF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949" y="928338"/>
            <a:ext cx="4124901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362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261D703-4B2D-19B5-B764-A0DA361E2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328612"/>
            <a:ext cx="7839075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1737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C4DD8114-10FE-BCE7-1CAC-7A13AF29C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392" y="885470"/>
            <a:ext cx="3877216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220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E5AAAEB-61F0-EE5A-1FC6-A96F5F1AB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068" y="311728"/>
            <a:ext cx="6429864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616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46EA8-981F-4AB8-A82E-6F63C4D816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Exemplo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B05FF7-06E7-4692-ADF2-70B0EF1802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3020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8BAFA44-3C6A-4C8A-A9FF-85AE8B56B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345" y="737201"/>
            <a:ext cx="6379308" cy="5383596"/>
          </a:xfrm>
          <a:prstGeom prst="rect">
            <a:avLst/>
          </a:prstGeom>
        </p:spPr>
      </p:pic>
      <p:sp>
        <p:nvSpPr>
          <p:cNvPr id="4" name="Seta: para a Esquerda 3">
            <a:extLst>
              <a:ext uri="{FF2B5EF4-FFF2-40B4-BE49-F238E27FC236}">
                <a16:creationId xmlns:a16="http://schemas.microsoft.com/office/drawing/2014/main" id="{677B3B6E-03C0-42D5-8139-9AD5F39DF4CB}"/>
              </a:ext>
            </a:extLst>
          </p:cNvPr>
          <p:cNvSpPr/>
          <p:nvPr/>
        </p:nvSpPr>
        <p:spPr bwMode="auto">
          <a:xfrm>
            <a:off x="6746033" y="3502784"/>
            <a:ext cx="4674637" cy="2213076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800" b="1" dirty="0">
                <a:solidFill>
                  <a:schemeClr val="tx1"/>
                </a:solidFill>
                <a:latin typeface="Arial" charset="0"/>
              </a:rPr>
              <a:t>Crie o arquivo</a:t>
            </a:r>
          </a:p>
          <a:p>
            <a:pPr algn="ctr"/>
            <a:r>
              <a:rPr lang="pt-BR" sz="3600" dirty="0">
                <a:solidFill>
                  <a:schemeClr val="tx1"/>
                </a:solidFill>
                <a:latin typeface="Arial" charset="0"/>
              </a:rPr>
              <a:t>exemplo2.html</a:t>
            </a:r>
          </a:p>
        </p:txBody>
      </p:sp>
    </p:spTree>
    <p:extLst>
      <p:ext uri="{BB962C8B-B14F-4D97-AF65-F5344CB8AC3E}">
        <p14:creationId xmlns:p14="http://schemas.microsoft.com/office/powerpoint/2010/main" val="6194867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37150BE-7889-4D3F-8F27-000DEDB07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85" y="932397"/>
            <a:ext cx="10990630" cy="499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2869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2E8751B-13B6-4B1F-8D00-D3C210099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20" y="836032"/>
            <a:ext cx="10067560" cy="5185935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394654FC-6709-4183-B6D1-C730FE586DFB}"/>
              </a:ext>
            </a:extLst>
          </p:cNvPr>
          <p:cNvSpPr/>
          <p:nvPr/>
        </p:nvSpPr>
        <p:spPr bwMode="auto">
          <a:xfrm>
            <a:off x="821094" y="3219061"/>
            <a:ext cx="1436914" cy="1017037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800" dirty="0" err="1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4994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D659F82-A676-4E98-AC12-694DC2B2A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465" y="189377"/>
            <a:ext cx="10245071" cy="6479246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7AAA846-8DF4-4B6C-921B-24AE6B106F33}"/>
              </a:ext>
            </a:extLst>
          </p:cNvPr>
          <p:cNvCxnSpPr/>
          <p:nvPr/>
        </p:nvCxnSpPr>
        <p:spPr bwMode="auto">
          <a:xfrm flipH="1">
            <a:off x="3377682" y="1408922"/>
            <a:ext cx="2509934" cy="162352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7B607FA0-D53E-4180-8F1C-296B978374A3}"/>
              </a:ext>
            </a:extLst>
          </p:cNvPr>
          <p:cNvSpPr/>
          <p:nvPr/>
        </p:nvSpPr>
        <p:spPr bwMode="auto">
          <a:xfrm>
            <a:off x="4693298" y="3545633"/>
            <a:ext cx="2752531" cy="998375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escolha</a:t>
            </a:r>
          </a:p>
        </p:txBody>
      </p:sp>
    </p:spTree>
    <p:extLst>
      <p:ext uri="{BB962C8B-B14F-4D97-AF65-F5344CB8AC3E}">
        <p14:creationId xmlns:p14="http://schemas.microsoft.com/office/powerpoint/2010/main" val="13552468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BB98D49-D937-450D-88D5-0581E42CF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619" y="462846"/>
            <a:ext cx="9656454" cy="257893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8B2E981-E095-4C5C-90D5-F66F56FF6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88" y="4739951"/>
            <a:ext cx="9593885" cy="1490515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733DD2F6-2994-44F0-A8F7-4E5E7156AE13}"/>
              </a:ext>
            </a:extLst>
          </p:cNvPr>
          <p:cNvSpPr/>
          <p:nvPr/>
        </p:nvSpPr>
        <p:spPr bwMode="auto">
          <a:xfrm>
            <a:off x="6223518" y="1296955"/>
            <a:ext cx="2743200" cy="1073021"/>
          </a:xfrm>
          <a:prstGeom prst="ellipse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14A35D6A-E42A-4638-B971-2009FAB5D42D}"/>
              </a:ext>
            </a:extLst>
          </p:cNvPr>
          <p:cNvCxnSpPr/>
          <p:nvPr/>
        </p:nvCxnSpPr>
        <p:spPr bwMode="auto">
          <a:xfrm>
            <a:off x="7613780" y="2369976"/>
            <a:ext cx="0" cy="27432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6283409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9323595-3925-4C4A-B99C-07205F59B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61" y="300118"/>
            <a:ext cx="8114085" cy="484104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4B6B194-926F-468E-9E80-2374A93791BA}"/>
              </a:ext>
            </a:extLst>
          </p:cNvPr>
          <p:cNvSpPr/>
          <p:nvPr/>
        </p:nvSpPr>
        <p:spPr bwMode="auto">
          <a:xfrm>
            <a:off x="1763486" y="2603241"/>
            <a:ext cx="3862873" cy="1418253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3C2E5F62-6540-487C-80A8-0B86332B96D0}"/>
              </a:ext>
            </a:extLst>
          </p:cNvPr>
          <p:cNvSpPr/>
          <p:nvPr/>
        </p:nvSpPr>
        <p:spPr bwMode="auto">
          <a:xfrm>
            <a:off x="487461" y="2831840"/>
            <a:ext cx="1108074" cy="961053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63DECED-40E7-48A6-AE65-D9ED86588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949" y="2939142"/>
            <a:ext cx="5314590" cy="3501701"/>
          </a:xfrm>
          <a:prstGeom prst="rect">
            <a:avLst/>
          </a:prstGeom>
        </p:spPr>
      </p:pic>
      <p:sp>
        <p:nvSpPr>
          <p:cNvPr id="7" name="Seta: Dobrada para Cima 6">
            <a:extLst>
              <a:ext uri="{FF2B5EF4-FFF2-40B4-BE49-F238E27FC236}">
                <a16:creationId xmlns:a16="http://schemas.microsoft.com/office/drawing/2014/main" id="{59D228AC-0C8C-4F44-921A-B225460F941E}"/>
              </a:ext>
            </a:extLst>
          </p:cNvPr>
          <p:cNvSpPr/>
          <p:nvPr/>
        </p:nvSpPr>
        <p:spPr bwMode="auto">
          <a:xfrm rot="5400000">
            <a:off x="4109376" y="3821647"/>
            <a:ext cx="2080724" cy="2480422"/>
          </a:xfrm>
          <a:prstGeom prst="bentUp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9640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A876E34-A43C-432A-9686-3B4526FEC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310" y="452022"/>
            <a:ext cx="8097380" cy="5953956"/>
          </a:xfrm>
          <a:prstGeom prst="rect">
            <a:avLst/>
          </a:prstGeom>
        </p:spPr>
      </p:pic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A7960273-8837-43C4-8B59-FCD1444CE4AD}"/>
              </a:ext>
            </a:extLst>
          </p:cNvPr>
          <p:cNvSpPr/>
          <p:nvPr/>
        </p:nvSpPr>
        <p:spPr bwMode="auto">
          <a:xfrm>
            <a:off x="1119673" y="1763486"/>
            <a:ext cx="1520890" cy="774441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clique</a:t>
            </a:r>
          </a:p>
        </p:txBody>
      </p:sp>
    </p:spTree>
    <p:extLst>
      <p:ext uri="{BB962C8B-B14F-4D97-AF65-F5344CB8AC3E}">
        <p14:creationId xmlns:p14="http://schemas.microsoft.com/office/powerpoint/2010/main" val="41418200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30A4EB83-1F8E-41CC-B3DB-E212A67E6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166" y="270640"/>
            <a:ext cx="5221667" cy="631671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F3CC7EE-3DD3-48AC-AD42-02F8FD34C769}"/>
              </a:ext>
            </a:extLst>
          </p:cNvPr>
          <p:cNvSpPr/>
          <p:nvPr/>
        </p:nvSpPr>
        <p:spPr bwMode="auto">
          <a:xfrm>
            <a:off x="4068147" y="3666931"/>
            <a:ext cx="4124131" cy="2659224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44F46501-C59D-4831-8F50-492C4A178790}"/>
              </a:ext>
            </a:extLst>
          </p:cNvPr>
          <p:cNvSpPr/>
          <p:nvPr/>
        </p:nvSpPr>
        <p:spPr bwMode="auto">
          <a:xfrm>
            <a:off x="1054359" y="4418045"/>
            <a:ext cx="2929812" cy="1156996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Digite esta classe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F539AF00-AD41-48E4-BE02-52602A65087C}"/>
              </a:ext>
            </a:extLst>
          </p:cNvPr>
          <p:cNvCxnSpPr/>
          <p:nvPr/>
        </p:nvCxnSpPr>
        <p:spPr bwMode="auto">
          <a:xfrm>
            <a:off x="2332653" y="2640563"/>
            <a:ext cx="1931437" cy="127829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5374082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C9ED06D-8FF9-412B-B5F4-CFE23A57D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41" y="479172"/>
            <a:ext cx="8508918" cy="5899655"/>
          </a:xfrm>
          <a:prstGeom prst="rect">
            <a:avLst/>
          </a:prstGeom>
        </p:spPr>
      </p:pic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B60A248A-1998-4F83-8730-F2E9C4FFC68D}"/>
              </a:ext>
            </a:extLst>
          </p:cNvPr>
          <p:cNvSpPr/>
          <p:nvPr/>
        </p:nvSpPr>
        <p:spPr bwMode="auto">
          <a:xfrm>
            <a:off x="1156996" y="2379306"/>
            <a:ext cx="1418253" cy="774441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7803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70F8981-86AC-4126-86DB-4ED5655C2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842" y="416276"/>
            <a:ext cx="6144633" cy="602544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DC6814B-6868-49DF-8DB1-93CC2168F469}"/>
              </a:ext>
            </a:extLst>
          </p:cNvPr>
          <p:cNvSpPr/>
          <p:nvPr/>
        </p:nvSpPr>
        <p:spPr bwMode="auto">
          <a:xfrm>
            <a:off x="4553339" y="3213332"/>
            <a:ext cx="3564294" cy="2388637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7EC48381-7164-4A76-82B0-C541A4EC8D5B}"/>
              </a:ext>
            </a:extLst>
          </p:cNvPr>
          <p:cNvCxnSpPr/>
          <p:nvPr/>
        </p:nvCxnSpPr>
        <p:spPr bwMode="auto">
          <a:xfrm flipH="1">
            <a:off x="7240555" y="2261610"/>
            <a:ext cx="1376575" cy="95172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0C8B76EA-CBBA-42AA-80E2-A6E2925AB3F0}"/>
              </a:ext>
            </a:extLst>
          </p:cNvPr>
          <p:cNvSpPr/>
          <p:nvPr/>
        </p:nvSpPr>
        <p:spPr bwMode="auto">
          <a:xfrm>
            <a:off x="8117633" y="1851063"/>
            <a:ext cx="1617306" cy="1026367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Arial" charset="0"/>
              </a:rPr>
              <a:t>classe </a:t>
            </a:r>
            <a:r>
              <a:rPr lang="pt-BR" sz="1400" b="1" dirty="0">
                <a:solidFill>
                  <a:schemeClr val="tx1"/>
                </a:solidFill>
                <a:latin typeface="Arial" charset="0"/>
              </a:rPr>
              <a:t>exemplo2</a:t>
            </a: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2911653B-148B-4683-918A-198CF81A64D8}"/>
              </a:ext>
            </a:extLst>
          </p:cNvPr>
          <p:cNvSpPr/>
          <p:nvPr/>
        </p:nvSpPr>
        <p:spPr bwMode="auto">
          <a:xfrm>
            <a:off x="2136710" y="3834882"/>
            <a:ext cx="2118049" cy="1147665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6689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70F8981-86AC-4126-86DB-4ED5655C2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03" y="347360"/>
            <a:ext cx="6144633" cy="602544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DC6814B-6868-49DF-8DB1-93CC2168F469}"/>
              </a:ext>
            </a:extLst>
          </p:cNvPr>
          <p:cNvSpPr/>
          <p:nvPr/>
        </p:nvSpPr>
        <p:spPr bwMode="auto">
          <a:xfrm>
            <a:off x="914400" y="3144416"/>
            <a:ext cx="3564294" cy="2388637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7EC48381-7164-4A76-82B0-C541A4EC8D5B}"/>
              </a:ext>
            </a:extLst>
          </p:cNvPr>
          <p:cNvCxnSpPr/>
          <p:nvPr/>
        </p:nvCxnSpPr>
        <p:spPr bwMode="auto">
          <a:xfrm flipH="1">
            <a:off x="3601616" y="2192694"/>
            <a:ext cx="1376575" cy="95172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0C8B76EA-CBBA-42AA-80E2-A6E2925AB3F0}"/>
              </a:ext>
            </a:extLst>
          </p:cNvPr>
          <p:cNvSpPr/>
          <p:nvPr/>
        </p:nvSpPr>
        <p:spPr bwMode="auto">
          <a:xfrm>
            <a:off x="4478694" y="1782147"/>
            <a:ext cx="1617306" cy="1026367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Arial" charset="0"/>
              </a:rPr>
              <a:t>classe </a:t>
            </a:r>
            <a:r>
              <a:rPr lang="pt-BR" sz="1400" b="1" dirty="0">
                <a:solidFill>
                  <a:schemeClr val="tx1"/>
                </a:solidFill>
                <a:latin typeface="Arial" charset="0"/>
              </a:rPr>
              <a:t>exemplo2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E44014F-AD18-43EE-9682-B4111048A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137" y="2477408"/>
            <a:ext cx="4943960" cy="3988512"/>
          </a:xfrm>
          <a:prstGeom prst="rect">
            <a:avLst/>
          </a:prstGeom>
        </p:spPr>
      </p:pic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41FC349C-CA27-439F-9B70-B92B0835768A}"/>
              </a:ext>
            </a:extLst>
          </p:cNvPr>
          <p:cNvSpPr/>
          <p:nvPr/>
        </p:nvSpPr>
        <p:spPr bwMode="auto">
          <a:xfrm>
            <a:off x="4646461" y="4030824"/>
            <a:ext cx="1913075" cy="1026367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resultado</a:t>
            </a:r>
          </a:p>
        </p:txBody>
      </p:sp>
    </p:spTree>
    <p:extLst>
      <p:ext uri="{BB962C8B-B14F-4D97-AF65-F5344CB8AC3E}">
        <p14:creationId xmlns:p14="http://schemas.microsoft.com/office/powerpoint/2010/main" val="15080740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E43BEDC-852E-4785-A84D-221D030AD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340" y="311728"/>
            <a:ext cx="9195320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5349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C3345D2-B24F-4BE4-A9A6-AD2C34D9B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371" y="242443"/>
            <a:ext cx="4715533" cy="63731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188F253-FE64-47C7-9AF2-0B23930ED0A4}"/>
              </a:ext>
            </a:extLst>
          </p:cNvPr>
          <p:cNvSpPr/>
          <p:nvPr/>
        </p:nvSpPr>
        <p:spPr bwMode="auto">
          <a:xfrm>
            <a:off x="6046236" y="2500604"/>
            <a:ext cx="3256384" cy="4040155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2EB74A0-6071-4839-BEB5-785DCD456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85" y="242443"/>
            <a:ext cx="3610479" cy="2943636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D45BED03-1918-4819-B17F-D7FB2E12435E}"/>
              </a:ext>
            </a:extLst>
          </p:cNvPr>
          <p:cNvSpPr/>
          <p:nvPr/>
        </p:nvSpPr>
        <p:spPr bwMode="auto">
          <a:xfrm>
            <a:off x="1212980" y="1576873"/>
            <a:ext cx="1352938" cy="653143"/>
          </a:xfrm>
          <a:prstGeom prst="ellipse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0990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079D11C-E54C-4B6B-A957-C2A5E190D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369" y="-169354"/>
            <a:ext cx="5013576" cy="668827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6AF3360-50C0-437D-BB11-38EEFDEE38A5}"/>
              </a:ext>
            </a:extLst>
          </p:cNvPr>
          <p:cNvSpPr/>
          <p:nvPr/>
        </p:nvSpPr>
        <p:spPr bwMode="auto">
          <a:xfrm>
            <a:off x="4366727" y="1427583"/>
            <a:ext cx="2967134" cy="1455576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B2A32B03-F6A6-4E03-896B-FF0364C0F086}"/>
              </a:ext>
            </a:extLst>
          </p:cNvPr>
          <p:cNvCxnSpPr>
            <a:cxnSpLocks/>
          </p:cNvCxnSpPr>
          <p:nvPr/>
        </p:nvCxnSpPr>
        <p:spPr bwMode="auto">
          <a:xfrm flipH="1">
            <a:off x="6736702" y="363894"/>
            <a:ext cx="1782148" cy="123630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CE80E490-12E2-41F5-A5A8-8DA584A37490}"/>
              </a:ext>
            </a:extLst>
          </p:cNvPr>
          <p:cNvSpPr/>
          <p:nvPr/>
        </p:nvSpPr>
        <p:spPr bwMode="auto">
          <a:xfrm>
            <a:off x="4366727" y="2883159"/>
            <a:ext cx="2967134" cy="1455576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53FA377-9ECB-49EE-BECB-FBE133FACA74}"/>
              </a:ext>
            </a:extLst>
          </p:cNvPr>
          <p:cNvSpPr/>
          <p:nvPr/>
        </p:nvSpPr>
        <p:spPr bwMode="auto">
          <a:xfrm>
            <a:off x="4366727" y="4338735"/>
            <a:ext cx="2967134" cy="1455576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DBBCFD0E-04EB-44DC-9B81-765D949B8EA1}"/>
              </a:ext>
            </a:extLst>
          </p:cNvPr>
          <p:cNvCxnSpPr>
            <a:cxnSpLocks/>
          </p:cNvCxnSpPr>
          <p:nvPr/>
        </p:nvCxnSpPr>
        <p:spPr bwMode="auto">
          <a:xfrm flipH="1">
            <a:off x="6736702" y="1800808"/>
            <a:ext cx="1782148" cy="123630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2305BBC-7DA7-4783-88CC-4DB060762B59}"/>
              </a:ext>
            </a:extLst>
          </p:cNvPr>
          <p:cNvCxnSpPr>
            <a:cxnSpLocks/>
          </p:cNvCxnSpPr>
          <p:nvPr/>
        </p:nvCxnSpPr>
        <p:spPr bwMode="auto">
          <a:xfrm flipH="1">
            <a:off x="6736702" y="3256384"/>
            <a:ext cx="1782148" cy="123630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246679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8B965A5-793D-439A-B975-C7B5005E6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777" y="311727"/>
            <a:ext cx="7871549" cy="6234545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C01439C5-4A87-4657-B655-042DB8DE629A}"/>
              </a:ext>
            </a:extLst>
          </p:cNvPr>
          <p:cNvCxnSpPr/>
          <p:nvPr/>
        </p:nvCxnSpPr>
        <p:spPr bwMode="auto">
          <a:xfrm>
            <a:off x="1800808" y="1455576"/>
            <a:ext cx="1912776" cy="29857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64440EC5-CD50-44A0-96B9-002A19CB8954}"/>
              </a:ext>
            </a:extLst>
          </p:cNvPr>
          <p:cNvCxnSpPr/>
          <p:nvPr/>
        </p:nvCxnSpPr>
        <p:spPr bwMode="auto">
          <a:xfrm>
            <a:off x="1626636" y="3576735"/>
            <a:ext cx="1912776" cy="29857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61D1785-B83C-4AFF-AF67-6716C921F6E2}"/>
              </a:ext>
            </a:extLst>
          </p:cNvPr>
          <p:cNvCxnSpPr/>
          <p:nvPr/>
        </p:nvCxnSpPr>
        <p:spPr bwMode="auto">
          <a:xfrm>
            <a:off x="1640632" y="5697894"/>
            <a:ext cx="1912776" cy="29857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205468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13C31-A034-4585-8EDA-FBA2EA3C63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Exemplo 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A2C643-ADA6-4B97-89EC-FBA5A5D40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3351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8327B6A-DCAB-440B-9D91-93091CC24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" y="1399892"/>
            <a:ext cx="11450648" cy="4058216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3503C5D3-E86E-41AB-90D3-258669C60645}"/>
              </a:ext>
            </a:extLst>
          </p:cNvPr>
          <p:cNvCxnSpPr/>
          <p:nvPr/>
        </p:nvCxnSpPr>
        <p:spPr bwMode="auto">
          <a:xfrm flipH="1">
            <a:off x="2127380" y="578498"/>
            <a:ext cx="1446244" cy="310709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8D9EE13-02C5-402E-90DA-93BFDA909925}"/>
              </a:ext>
            </a:extLst>
          </p:cNvPr>
          <p:cNvSpPr/>
          <p:nvPr/>
        </p:nvSpPr>
        <p:spPr bwMode="auto">
          <a:xfrm>
            <a:off x="2556588" y="242596"/>
            <a:ext cx="3331028" cy="1035698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Crie o arquivo</a:t>
            </a:r>
          </a:p>
          <a:p>
            <a:pPr algn="ctr"/>
            <a:r>
              <a:rPr lang="pt-BR" sz="2800" b="1" dirty="0">
                <a:solidFill>
                  <a:schemeClr val="tx1"/>
                </a:solidFill>
                <a:latin typeface="Arial" charset="0"/>
              </a:rPr>
              <a:t>exemplo3.html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408F4784-0946-494F-A358-2778B1952F34}"/>
              </a:ext>
            </a:extLst>
          </p:cNvPr>
          <p:cNvCxnSpPr/>
          <p:nvPr/>
        </p:nvCxnSpPr>
        <p:spPr bwMode="auto">
          <a:xfrm flipH="1" flipV="1">
            <a:off x="8248261" y="4133461"/>
            <a:ext cx="1387151" cy="166054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24C5DBDA-F703-465F-89F9-A5E089711D9E}"/>
              </a:ext>
            </a:extLst>
          </p:cNvPr>
          <p:cNvSpPr/>
          <p:nvPr/>
        </p:nvSpPr>
        <p:spPr bwMode="auto">
          <a:xfrm>
            <a:off x="8481527" y="5337110"/>
            <a:ext cx="2509934" cy="1231641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400" b="1" dirty="0">
                <a:solidFill>
                  <a:schemeClr val="tx1"/>
                </a:solidFill>
                <a:latin typeface="Arial" charset="0"/>
              </a:rPr>
              <a:t>estilos.css</a:t>
            </a:r>
          </a:p>
        </p:txBody>
      </p:sp>
    </p:spTree>
    <p:extLst>
      <p:ext uri="{BB962C8B-B14F-4D97-AF65-F5344CB8AC3E}">
        <p14:creationId xmlns:p14="http://schemas.microsoft.com/office/powerpoint/2010/main" val="32263253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2A35194-343E-454D-A4EC-0B214DCC7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303" y="418893"/>
            <a:ext cx="8131394" cy="6150846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BC64908-E452-4033-B533-54DFD7701BBF}"/>
              </a:ext>
            </a:extLst>
          </p:cNvPr>
          <p:cNvSpPr/>
          <p:nvPr/>
        </p:nvSpPr>
        <p:spPr bwMode="auto">
          <a:xfrm>
            <a:off x="2985795" y="1726163"/>
            <a:ext cx="6969967" cy="1166327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927C8D1-534E-4BE2-ABA1-6EB7FC1E87E3}"/>
              </a:ext>
            </a:extLst>
          </p:cNvPr>
          <p:cNvSpPr/>
          <p:nvPr/>
        </p:nvSpPr>
        <p:spPr bwMode="auto">
          <a:xfrm>
            <a:off x="2985796" y="3060441"/>
            <a:ext cx="3387012" cy="2500604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C83A3749-682B-4C4C-88FB-E40AC6D48BE3}"/>
              </a:ext>
            </a:extLst>
          </p:cNvPr>
          <p:cNvSpPr/>
          <p:nvPr/>
        </p:nvSpPr>
        <p:spPr bwMode="auto">
          <a:xfrm>
            <a:off x="653143" y="1558212"/>
            <a:ext cx="1996751" cy="1231641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6573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24D5CB7-7DCB-41B5-9FAB-E1324169C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719137"/>
            <a:ext cx="9896475" cy="5419725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0A17FA88-55A0-4971-9DBF-C33FA76E64B8}"/>
              </a:ext>
            </a:extLst>
          </p:cNvPr>
          <p:cNvCxnSpPr/>
          <p:nvPr/>
        </p:nvCxnSpPr>
        <p:spPr bwMode="auto">
          <a:xfrm flipH="1" flipV="1">
            <a:off x="2071396" y="3429000"/>
            <a:ext cx="2118049" cy="151622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6CA387A7-AE71-4070-A3DB-21A7BD4C7624}"/>
              </a:ext>
            </a:extLst>
          </p:cNvPr>
          <p:cNvSpPr/>
          <p:nvPr/>
        </p:nvSpPr>
        <p:spPr bwMode="auto">
          <a:xfrm>
            <a:off x="3806890" y="4254759"/>
            <a:ext cx="2584579" cy="1800808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Note que não foi aplicado nenhuma classe</a:t>
            </a:r>
          </a:p>
        </p:txBody>
      </p:sp>
    </p:spTree>
    <p:extLst>
      <p:ext uri="{BB962C8B-B14F-4D97-AF65-F5344CB8AC3E}">
        <p14:creationId xmlns:p14="http://schemas.microsoft.com/office/powerpoint/2010/main" val="10095434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53A1C90-4A96-4777-B017-A86DD0029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69" y="1176087"/>
            <a:ext cx="7056274" cy="4935464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E7CD18A7-B550-4D56-A9D7-632FB132DFD7}"/>
              </a:ext>
            </a:extLst>
          </p:cNvPr>
          <p:cNvCxnSpPr/>
          <p:nvPr/>
        </p:nvCxnSpPr>
        <p:spPr bwMode="auto">
          <a:xfrm flipH="1">
            <a:off x="3284376" y="839755"/>
            <a:ext cx="1810138" cy="212738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231D077-135C-4794-B371-5DBAEBFB19CE}"/>
              </a:ext>
            </a:extLst>
          </p:cNvPr>
          <p:cNvSpPr/>
          <p:nvPr/>
        </p:nvSpPr>
        <p:spPr bwMode="auto">
          <a:xfrm>
            <a:off x="4730620" y="410547"/>
            <a:ext cx="2817845" cy="1306286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Insira a classe</a:t>
            </a:r>
          </a:p>
          <a:p>
            <a:pPr algn="ctr"/>
            <a:r>
              <a:rPr lang="pt-BR" sz="2800" b="1" dirty="0">
                <a:solidFill>
                  <a:schemeClr val="tx1"/>
                </a:solidFill>
                <a:latin typeface="Arial" charset="0"/>
              </a:rPr>
              <a:t>exemplo2</a:t>
            </a:r>
          </a:p>
        </p:txBody>
      </p:sp>
    </p:spTree>
    <p:extLst>
      <p:ext uri="{BB962C8B-B14F-4D97-AF65-F5344CB8AC3E}">
        <p14:creationId xmlns:p14="http://schemas.microsoft.com/office/powerpoint/2010/main" val="14216895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DFA6C5B-C0DB-4DFC-80EA-29B2EF747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719137"/>
            <a:ext cx="9896475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0642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BF04AC2-617A-44A9-8C3D-C26661A28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632" y="460275"/>
            <a:ext cx="8146734" cy="5937449"/>
          </a:xfrm>
          <a:prstGeom prst="rect">
            <a:avLst/>
          </a:prstGeom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D6EC7553-87C4-478A-9EB7-9323A3943A5B}"/>
              </a:ext>
            </a:extLst>
          </p:cNvPr>
          <p:cNvCxnSpPr>
            <a:cxnSpLocks/>
          </p:cNvCxnSpPr>
          <p:nvPr/>
        </p:nvCxnSpPr>
        <p:spPr bwMode="auto">
          <a:xfrm flipH="1">
            <a:off x="6960637" y="587828"/>
            <a:ext cx="1651518" cy="189411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6264D3C-7BA0-4D01-9B48-CDBDC97769F3}"/>
              </a:ext>
            </a:extLst>
          </p:cNvPr>
          <p:cNvSpPr/>
          <p:nvPr/>
        </p:nvSpPr>
        <p:spPr bwMode="auto">
          <a:xfrm>
            <a:off x="8098972" y="186612"/>
            <a:ext cx="2817845" cy="1306286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Insira a classe</a:t>
            </a:r>
          </a:p>
          <a:p>
            <a:pPr algn="ctr"/>
            <a:r>
              <a:rPr lang="pt-BR" sz="2800" b="1" dirty="0">
                <a:solidFill>
                  <a:schemeClr val="tx1"/>
                </a:solidFill>
                <a:latin typeface="Arial" charset="0"/>
              </a:rPr>
              <a:t>centralizado</a:t>
            </a:r>
          </a:p>
        </p:txBody>
      </p:sp>
    </p:spTree>
    <p:extLst>
      <p:ext uri="{BB962C8B-B14F-4D97-AF65-F5344CB8AC3E}">
        <p14:creationId xmlns:p14="http://schemas.microsoft.com/office/powerpoint/2010/main" val="42843024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3265BF0-EF2B-4645-99AA-A0A69B0C4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719137"/>
            <a:ext cx="9896475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7724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923023D-6490-48CA-9276-C319C8277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561" y="636305"/>
            <a:ext cx="8023996" cy="5753343"/>
          </a:xfrm>
          <a:prstGeom prst="rect">
            <a:avLst/>
          </a:prstGeom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ED016911-0AA4-41F8-BE97-D93B427D11CE}"/>
              </a:ext>
            </a:extLst>
          </p:cNvPr>
          <p:cNvCxnSpPr>
            <a:cxnSpLocks/>
          </p:cNvCxnSpPr>
          <p:nvPr/>
        </p:nvCxnSpPr>
        <p:spPr bwMode="auto">
          <a:xfrm flipH="1">
            <a:off x="6960637" y="587828"/>
            <a:ext cx="1651518" cy="189411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1E56551-6AB5-4D5A-B797-9050B69CC960}"/>
              </a:ext>
            </a:extLst>
          </p:cNvPr>
          <p:cNvSpPr/>
          <p:nvPr/>
        </p:nvSpPr>
        <p:spPr bwMode="auto">
          <a:xfrm>
            <a:off x="8098972" y="186612"/>
            <a:ext cx="2817845" cy="1306286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Insira a classe</a:t>
            </a:r>
          </a:p>
          <a:p>
            <a:pPr algn="ctr"/>
            <a:r>
              <a:rPr lang="pt-BR" sz="2800" b="1" dirty="0">
                <a:solidFill>
                  <a:schemeClr val="tx1"/>
                </a:solidFill>
                <a:latin typeface="Arial" charset="0"/>
              </a:rPr>
              <a:t>meio</a:t>
            </a:r>
          </a:p>
        </p:txBody>
      </p:sp>
    </p:spTree>
    <p:extLst>
      <p:ext uri="{BB962C8B-B14F-4D97-AF65-F5344CB8AC3E}">
        <p14:creationId xmlns:p14="http://schemas.microsoft.com/office/powerpoint/2010/main" val="11363293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9F97DB0-0CF9-4C05-B18C-1CAE0851A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719137"/>
            <a:ext cx="9896475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264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2A658-CA5A-4CAD-ADA0-86E79ADDD6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Exercicios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ED400D-5BDB-4D7C-81A5-FCA53AABBB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5262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6641C99-CFC3-4C51-928E-D5B1DE0BE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5338" y="230908"/>
            <a:ext cx="5332966" cy="639618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3BDCCFF1-059B-4CAF-8AA5-4C685EFA01DC}"/>
              </a:ext>
            </a:extLst>
          </p:cNvPr>
          <p:cNvSpPr/>
          <p:nvPr/>
        </p:nvSpPr>
        <p:spPr bwMode="auto">
          <a:xfrm>
            <a:off x="4506686" y="3429000"/>
            <a:ext cx="2649894" cy="266389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15E3D455-56A7-4730-9010-1FD6709325E5}"/>
              </a:ext>
            </a:extLst>
          </p:cNvPr>
          <p:cNvSpPr/>
          <p:nvPr/>
        </p:nvSpPr>
        <p:spPr bwMode="auto">
          <a:xfrm>
            <a:off x="1147665" y="3474361"/>
            <a:ext cx="3209731" cy="2073980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Crie 6 arquivos de exercícios</a:t>
            </a:r>
          </a:p>
        </p:txBody>
      </p:sp>
    </p:spTree>
    <p:extLst>
      <p:ext uri="{BB962C8B-B14F-4D97-AF65-F5344CB8AC3E}">
        <p14:creationId xmlns:p14="http://schemas.microsoft.com/office/powerpoint/2010/main" val="15868649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F110E3A-F515-4C3D-82AB-F059B696A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338137"/>
            <a:ext cx="992505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405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C6C30D8-BE5B-4538-BAB4-0E8D410E1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338137"/>
            <a:ext cx="992505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6901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D50F918-F535-4599-A1F2-6F9036914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338137"/>
            <a:ext cx="992505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4343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239EB8C-51FB-47B8-8417-EA88947D9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338137"/>
            <a:ext cx="992505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8592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CD62232-39B7-4A38-96C1-4CCD1753A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338137"/>
            <a:ext cx="992505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7330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47336AB-829C-417D-ADCB-19C6D6494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338137"/>
            <a:ext cx="992505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313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2962A185-CFD3-AB3F-E016-241E50D216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pPr algn="r"/>
            <a:r>
              <a:rPr lang="pt-BR" dirty="0"/>
              <a:t>29/10/2026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588CDAC-F2A1-E9CB-7B6D-394839B55C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Exemplo 4</a:t>
            </a:r>
          </a:p>
        </p:txBody>
      </p:sp>
    </p:spTree>
    <p:extLst>
      <p:ext uri="{BB962C8B-B14F-4D97-AF65-F5344CB8AC3E}">
        <p14:creationId xmlns:p14="http://schemas.microsoft.com/office/powerpoint/2010/main" val="36269149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71D4A5-1702-45CD-BFBA-2B7B82899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E7BC9E1-831A-4263-BA1F-E431E8819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628774"/>
            <a:ext cx="7315200" cy="4943475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43BDE1F6-4318-4889-9CA8-84B1A7C97884}"/>
              </a:ext>
            </a:extLst>
          </p:cNvPr>
          <p:cNvSpPr/>
          <p:nvPr/>
        </p:nvSpPr>
        <p:spPr bwMode="auto">
          <a:xfrm rot="19807790">
            <a:off x="967273" y="2649893"/>
            <a:ext cx="1436915" cy="727788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E2E1F98A-A412-4CCA-AC33-03A92FC78DA6}"/>
              </a:ext>
            </a:extLst>
          </p:cNvPr>
          <p:cNvSpPr/>
          <p:nvPr/>
        </p:nvSpPr>
        <p:spPr bwMode="auto">
          <a:xfrm rot="1735855">
            <a:off x="1019436" y="5542317"/>
            <a:ext cx="1436915" cy="727788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9C571307-497A-4A1A-B0A3-8019A859BF86}"/>
              </a:ext>
            </a:extLst>
          </p:cNvPr>
          <p:cNvSpPr/>
          <p:nvPr/>
        </p:nvSpPr>
        <p:spPr bwMode="auto">
          <a:xfrm rot="1792210" flipH="1">
            <a:off x="9839390" y="2649894"/>
            <a:ext cx="1436915" cy="727788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85CFACDB-68D7-49EB-B1BB-5FC8A2A3E919}"/>
              </a:ext>
            </a:extLst>
          </p:cNvPr>
          <p:cNvSpPr/>
          <p:nvPr/>
        </p:nvSpPr>
        <p:spPr bwMode="auto">
          <a:xfrm rot="19864145" flipH="1">
            <a:off x="9891553" y="5542318"/>
            <a:ext cx="1436915" cy="727788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192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FA61F0D6-1357-D0F1-3FF8-2101DDE53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150" y="436318"/>
            <a:ext cx="3976849" cy="6006188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6243093-EE39-1411-ED3C-8B2597F90487}"/>
              </a:ext>
            </a:extLst>
          </p:cNvPr>
          <p:cNvSpPr/>
          <p:nvPr/>
        </p:nvSpPr>
        <p:spPr bwMode="auto">
          <a:xfrm>
            <a:off x="1384300" y="2870200"/>
            <a:ext cx="2286000" cy="55880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9875FE6F-BC36-C4FF-A036-9C09DE62F939}"/>
              </a:ext>
            </a:extLst>
          </p:cNvPr>
          <p:cNvSpPr/>
          <p:nvPr/>
        </p:nvSpPr>
        <p:spPr bwMode="auto">
          <a:xfrm>
            <a:off x="3951450" y="2120900"/>
            <a:ext cx="4267200" cy="1955800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Crie o arquivo</a:t>
            </a:r>
          </a:p>
          <a:p>
            <a:pPr algn="ctr"/>
            <a:r>
              <a:rPr lang="pt-BR" sz="3200" b="1" dirty="0">
                <a:solidFill>
                  <a:schemeClr val="tx1"/>
                </a:solidFill>
                <a:latin typeface="Arial" charset="0"/>
              </a:rPr>
              <a:t>exemplo4.html</a:t>
            </a:r>
          </a:p>
        </p:txBody>
      </p:sp>
    </p:spTree>
    <p:extLst>
      <p:ext uri="{BB962C8B-B14F-4D97-AF65-F5344CB8AC3E}">
        <p14:creationId xmlns:p14="http://schemas.microsoft.com/office/powerpoint/2010/main" val="10706369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5E719C6-BED2-B4E9-9C52-40267E9549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807"/>
          <a:stretch/>
        </p:blipFill>
        <p:spPr>
          <a:xfrm>
            <a:off x="1493324" y="520947"/>
            <a:ext cx="9205350" cy="373355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37761EC-91F8-FC9E-FEF0-412F7CD574BA}"/>
              </a:ext>
            </a:extLst>
          </p:cNvPr>
          <p:cNvSpPr/>
          <p:nvPr/>
        </p:nvSpPr>
        <p:spPr bwMode="auto">
          <a:xfrm>
            <a:off x="2628900" y="2933700"/>
            <a:ext cx="4889500" cy="66040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40C21325-0813-D832-6CC8-23245091F31B}"/>
              </a:ext>
            </a:extLst>
          </p:cNvPr>
          <p:cNvSpPr/>
          <p:nvPr/>
        </p:nvSpPr>
        <p:spPr bwMode="auto">
          <a:xfrm>
            <a:off x="355600" y="2641600"/>
            <a:ext cx="1993900" cy="1219200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Digite 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26ED7FB7-876F-4378-86D4-2EBD61A4C9E2}"/>
              </a:ext>
            </a:extLst>
          </p:cNvPr>
          <p:cNvCxnSpPr/>
          <p:nvPr/>
        </p:nvCxnSpPr>
        <p:spPr bwMode="auto">
          <a:xfrm flipH="1" flipV="1">
            <a:off x="6512767" y="3429000"/>
            <a:ext cx="2099388" cy="188011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AF62753A-B05D-4B3F-9CA6-78FAEE8724E7}"/>
              </a:ext>
            </a:extLst>
          </p:cNvPr>
          <p:cNvSpPr/>
          <p:nvPr/>
        </p:nvSpPr>
        <p:spPr bwMode="auto">
          <a:xfrm>
            <a:off x="8033657" y="4851918"/>
            <a:ext cx="2985796" cy="1614196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Informar</a:t>
            </a:r>
          </a:p>
          <a:p>
            <a:pPr algn="ctr"/>
            <a:r>
              <a:rPr lang="pt-BR" sz="2800" b="1" dirty="0">
                <a:solidFill>
                  <a:schemeClr val="tx1"/>
                </a:solidFill>
                <a:latin typeface="Arial" charset="0"/>
              </a:rPr>
              <a:t>estilos.css</a:t>
            </a:r>
          </a:p>
        </p:txBody>
      </p:sp>
    </p:spTree>
    <p:extLst>
      <p:ext uri="{BB962C8B-B14F-4D97-AF65-F5344CB8AC3E}">
        <p14:creationId xmlns:p14="http://schemas.microsoft.com/office/powerpoint/2010/main" val="41501683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>
            <a:extLst>
              <a:ext uri="{FF2B5EF4-FFF2-40B4-BE49-F238E27FC236}">
                <a16:creationId xmlns:a16="http://schemas.microsoft.com/office/drawing/2014/main" id="{348930DD-D095-B63D-F36B-DC101F9D2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011" y="323728"/>
            <a:ext cx="5467977" cy="6210542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625771A2-6C01-3660-EC1E-BEA18899C424}"/>
              </a:ext>
            </a:extLst>
          </p:cNvPr>
          <p:cNvSpPr/>
          <p:nvPr/>
        </p:nvSpPr>
        <p:spPr bwMode="auto">
          <a:xfrm>
            <a:off x="3882362" y="939800"/>
            <a:ext cx="3695700" cy="443230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87A9ED0-D574-DD2F-72C1-C8B3C4F8EDEF}"/>
              </a:ext>
            </a:extLst>
          </p:cNvPr>
          <p:cNvSpPr/>
          <p:nvPr/>
        </p:nvSpPr>
        <p:spPr bwMode="auto">
          <a:xfrm>
            <a:off x="4479262" y="1549400"/>
            <a:ext cx="2717800" cy="1468112"/>
          </a:xfrm>
          <a:prstGeom prst="rect">
            <a:avLst/>
          </a:prstGeom>
          <a:noFill/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E391BCB-5E15-6B77-0FF1-3C958E7ED800}"/>
              </a:ext>
            </a:extLst>
          </p:cNvPr>
          <p:cNvSpPr/>
          <p:nvPr/>
        </p:nvSpPr>
        <p:spPr bwMode="auto">
          <a:xfrm>
            <a:off x="4479262" y="3041650"/>
            <a:ext cx="2717800" cy="1468112"/>
          </a:xfrm>
          <a:prstGeom prst="rect">
            <a:avLst/>
          </a:prstGeom>
          <a:noFill/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B64B8BE9-082B-B7FF-A64D-A5A50560A86C}"/>
              </a:ext>
            </a:extLst>
          </p:cNvPr>
          <p:cNvSpPr/>
          <p:nvPr/>
        </p:nvSpPr>
        <p:spPr bwMode="auto">
          <a:xfrm>
            <a:off x="719667" y="357595"/>
            <a:ext cx="3054919" cy="1606550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Inclua o </a:t>
            </a:r>
            <a:r>
              <a:rPr lang="pt-BR" sz="2000" b="1" dirty="0" err="1">
                <a:solidFill>
                  <a:schemeClr val="tx1"/>
                </a:solidFill>
                <a:latin typeface="Arial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Arial" charset="0"/>
              </a:rPr>
              <a:t> com a classe </a:t>
            </a:r>
            <a:r>
              <a:rPr lang="pt-BR" sz="2000" b="1" u="sng" dirty="0">
                <a:solidFill>
                  <a:schemeClr val="tx1"/>
                </a:solidFill>
                <a:latin typeface="Arial" charset="0"/>
              </a:rPr>
              <a:t>exemplo4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19909B2-559C-A76B-1A91-BC14BF86EA7D}"/>
              </a:ext>
            </a:extLst>
          </p:cNvPr>
          <p:cNvSpPr/>
          <p:nvPr/>
        </p:nvSpPr>
        <p:spPr bwMode="auto">
          <a:xfrm>
            <a:off x="8467062" y="2065867"/>
            <a:ext cx="3289300" cy="1855889"/>
          </a:xfrm>
          <a:prstGeom prst="roundRect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Inclua este </a:t>
            </a:r>
            <a:r>
              <a:rPr lang="pt-BR" sz="2000" b="1" dirty="0" err="1">
                <a:solidFill>
                  <a:schemeClr val="tx1"/>
                </a:solidFill>
                <a:latin typeface="Arial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Arial" charset="0"/>
              </a:rPr>
              <a:t> com a classe </a:t>
            </a:r>
            <a:r>
              <a:rPr lang="pt-BR" sz="2000" b="1" u="sng" dirty="0">
                <a:solidFill>
                  <a:schemeClr val="tx1"/>
                </a:solidFill>
                <a:latin typeface="Arial" charset="0"/>
              </a:rPr>
              <a:t>linha</a:t>
            </a:r>
            <a:r>
              <a:rPr lang="pt-BR" sz="2000" dirty="0">
                <a:solidFill>
                  <a:schemeClr val="tx1"/>
                </a:solidFill>
                <a:latin typeface="Arial" charset="0"/>
              </a:rPr>
              <a:t> </a:t>
            </a:r>
          </a:p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Inclua dentro de </a:t>
            </a:r>
            <a:r>
              <a:rPr lang="pt-BR" sz="2000" dirty="0" err="1">
                <a:solidFill>
                  <a:schemeClr val="tx1"/>
                </a:solidFill>
                <a:latin typeface="Arial" charset="0"/>
              </a:rPr>
              <a:t>div</a:t>
            </a:r>
            <a:r>
              <a:rPr lang="pt-BR" sz="2000" dirty="0">
                <a:solidFill>
                  <a:schemeClr val="tx1"/>
                </a:solidFill>
                <a:latin typeface="Arial" charset="0"/>
              </a:rPr>
              <a:t> dois </a:t>
            </a:r>
            <a:r>
              <a:rPr lang="pt-BR" sz="2000" i="1" dirty="0">
                <a:solidFill>
                  <a:schemeClr val="tx1"/>
                </a:solidFill>
                <a:latin typeface="Arial" charset="0"/>
              </a:rPr>
              <a:t>parágrafos </a:t>
            </a:r>
            <a:r>
              <a:rPr lang="pt-BR" sz="2000" dirty="0">
                <a:solidFill>
                  <a:schemeClr val="tx1"/>
                </a:solidFill>
                <a:latin typeface="Arial" charset="0"/>
              </a:rPr>
              <a:t>com nomes </a:t>
            </a:r>
            <a:endParaRPr lang="pt-BR" sz="2000" i="1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22602C20-31C7-773D-19F8-FEE3BBBDE09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97062" y="2216150"/>
            <a:ext cx="1270000" cy="84137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3123A2B9-42C0-C605-D0B5-7263E3BFB0D9}"/>
              </a:ext>
            </a:extLst>
          </p:cNvPr>
          <p:cNvCxnSpPr>
            <a:cxnSpLocks/>
          </p:cNvCxnSpPr>
          <p:nvPr/>
        </p:nvCxnSpPr>
        <p:spPr bwMode="auto">
          <a:xfrm flipH="1">
            <a:off x="7197062" y="3057525"/>
            <a:ext cx="1270000" cy="66675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93083689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B8B01D7C-7E3B-24D2-A3C1-9D2AA2DE6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812" y="933450"/>
            <a:ext cx="6810375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9459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0727871-4E8C-8C52-4F29-D6833A2AD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477" y="899716"/>
            <a:ext cx="7721844" cy="5414166"/>
          </a:xfrm>
          <a:prstGeom prst="rect">
            <a:avLst/>
          </a:prstGeom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A05C8016-B04C-85D8-0E61-C75A09D7A033}"/>
              </a:ext>
            </a:extLst>
          </p:cNvPr>
          <p:cNvSpPr/>
          <p:nvPr/>
        </p:nvSpPr>
        <p:spPr bwMode="auto">
          <a:xfrm>
            <a:off x="1125220" y="1752600"/>
            <a:ext cx="2346960" cy="1435100"/>
          </a:xfrm>
          <a:prstGeom prst="righ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Abra o arquivo estilos.css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1B1C224-321A-C688-F650-15EB0AAB6288}"/>
              </a:ext>
            </a:extLst>
          </p:cNvPr>
          <p:cNvSpPr/>
          <p:nvPr/>
        </p:nvSpPr>
        <p:spPr bwMode="auto">
          <a:xfrm>
            <a:off x="3581400" y="2006600"/>
            <a:ext cx="1524000" cy="927100"/>
          </a:xfrm>
          <a:prstGeom prst="ellipse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0494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7D61557-0A60-9646-DA83-B729BB93DD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178" t="30062"/>
          <a:stretch/>
        </p:blipFill>
        <p:spPr>
          <a:xfrm>
            <a:off x="3412067" y="308308"/>
            <a:ext cx="6161748" cy="6454143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B1B594C-F0F9-16F7-3BBF-3C1454607DEC}"/>
              </a:ext>
            </a:extLst>
          </p:cNvPr>
          <p:cNvSpPr/>
          <p:nvPr/>
        </p:nvSpPr>
        <p:spPr bwMode="auto">
          <a:xfrm>
            <a:off x="4334934" y="1337733"/>
            <a:ext cx="1955800" cy="5367867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E472EB24-19A0-F8C0-3773-22A3C77811E9}"/>
              </a:ext>
            </a:extLst>
          </p:cNvPr>
          <p:cNvSpPr/>
          <p:nvPr/>
        </p:nvSpPr>
        <p:spPr bwMode="auto">
          <a:xfrm>
            <a:off x="7044267" y="3111500"/>
            <a:ext cx="3086100" cy="1511300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Crie estas 3 classes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52D8D94-176B-4FD7-A317-6D9C3D78EFC2}"/>
              </a:ext>
            </a:extLst>
          </p:cNvPr>
          <p:cNvSpPr/>
          <p:nvPr/>
        </p:nvSpPr>
        <p:spPr bwMode="auto">
          <a:xfrm>
            <a:off x="7568353" y="5977467"/>
            <a:ext cx="2812626" cy="728133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charset="0"/>
              </a:rPr>
              <a:t>Note que há um espaço entre </a:t>
            </a:r>
            <a:r>
              <a:rPr lang="pt-BR" b="1" dirty="0">
                <a:solidFill>
                  <a:schemeClr val="tx1"/>
                </a:solidFill>
                <a:latin typeface="Arial" charset="0"/>
              </a:rPr>
              <a:t>linha</a:t>
            </a:r>
            <a:r>
              <a:rPr lang="pt-BR" dirty="0">
                <a:solidFill>
                  <a:schemeClr val="tx1"/>
                </a:solidFill>
                <a:latin typeface="Arial" charset="0"/>
              </a:rPr>
              <a:t> e </a:t>
            </a:r>
            <a:r>
              <a:rPr lang="pt-BR" b="1" dirty="0">
                <a:solidFill>
                  <a:schemeClr val="tx1"/>
                </a:solidFill>
                <a:latin typeface="Arial" charset="0"/>
              </a:rPr>
              <a:t>p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0B673A7A-791D-4A95-9917-DEB231C3ED75}"/>
              </a:ext>
            </a:extLst>
          </p:cNvPr>
          <p:cNvSpPr/>
          <p:nvPr/>
        </p:nvSpPr>
        <p:spPr bwMode="auto">
          <a:xfrm>
            <a:off x="5503333" y="5401733"/>
            <a:ext cx="2082800" cy="939800"/>
          </a:xfrm>
          <a:custGeom>
            <a:avLst/>
            <a:gdLst>
              <a:gd name="connsiteX0" fmla="*/ 2082800 w 2082800"/>
              <a:gd name="connsiteY0" fmla="*/ 939800 h 939800"/>
              <a:gd name="connsiteX1" fmla="*/ 347134 w 2082800"/>
              <a:gd name="connsiteY1" fmla="*/ 685800 h 939800"/>
              <a:gd name="connsiteX2" fmla="*/ 0 w 2082800"/>
              <a:gd name="connsiteY2" fmla="*/ 0 h 93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82800" h="939800">
                <a:moveTo>
                  <a:pt x="2082800" y="939800"/>
                </a:moveTo>
                <a:cubicBezTo>
                  <a:pt x="1388533" y="891116"/>
                  <a:pt x="694267" y="842433"/>
                  <a:pt x="347134" y="685800"/>
                </a:cubicBezTo>
                <a:cubicBezTo>
                  <a:pt x="1" y="529167"/>
                  <a:pt x="0" y="264583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054749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C5C4956-B124-E1D3-0952-BCB41B2986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408" b="26252"/>
          <a:stretch/>
        </p:blipFill>
        <p:spPr>
          <a:xfrm>
            <a:off x="3528024" y="876299"/>
            <a:ext cx="6733576" cy="474980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3EB0523-CA6C-A058-4FFD-EE9446B3E133}"/>
              </a:ext>
            </a:extLst>
          </p:cNvPr>
          <p:cNvSpPr/>
          <p:nvPr/>
        </p:nvSpPr>
        <p:spPr bwMode="auto">
          <a:xfrm>
            <a:off x="5113867" y="2451100"/>
            <a:ext cx="4724400" cy="1672167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36742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65E15BD-81DF-0111-544F-636C33746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94" y="1000505"/>
            <a:ext cx="6810375" cy="49911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DBE1F77-9B0D-4171-A7FC-70C72B6BAC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247" t="33413" r="5784" b="39498"/>
          <a:stretch/>
        </p:blipFill>
        <p:spPr>
          <a:xfrm>
            <a:off x="7484999" y="2772276"/>
            <a:ext cx="4475207" cy="2082800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B6365992-CED9-439D-B122-2E502C08E198}"/>
              </a:ext>
            </a:extLst>
          </p:cNvPr>
          <p:cNvCxnSpPr>
            <a:stCxn id="3" idx="1"/>
          </p:cNvCxnSpPr>
          <p:nvPr/>
        </p:nvCxnSpPr>
        <p:spPr bwMode="auto">
          <a:xfrm flipH="1" flipV="1">
            <a:off x="1492370" y="2225615"/>
            <a:ext cx="5992629" cy="158806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9334BA11-76C7-425A-B755-6D43FB925B81}"/>
              </a:ext>
            </a:extLst>
          </p:cNvPr>
          <p:cNvCxnSpPr>
            <a:stCxn id="3" idx="1"/>
          </p:cNvCxnSpPr>
          <p:nvPr/>
        </p:nvCxnSpPr>
        <p:spPr bwMode="auto">
          <a:xfrm flipH="1">
            <a:off x="940279" y="3813676"/>
            <a:ext cx="6544720" cy="180212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5101551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F6726B4-1359-4685-BFFF-5C56C29569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263" r="8970" b="11727"/>
          <a:stretch/>
        </p:blipFill>
        <p:spPr>
          <a:xfrm>
            <a:off x="1432993" y="491067"/>
            <a:ext cx="7203007" cy="609853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0A12C3C-70A5-6D1A-44C7-A32231FE4CEB}"/>
              </a:ext>
            </a:extLst>
          </p:cNvPr>
          <p:cNvSpPr/>
          <p:nvPr/>
        </p:nvSpPr>
        <p:spPr bwMode="auto">
          <a:xfrm>
            <a:off x="2967566" y="4241799"/>
            <a:ext cx="4881033" cy="905933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03422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2401E20-43E7-3601-9353-BA9C4E314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92" y="409384"/>
            <a:ext cx="8240554" cy="603923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7F2DB1F-5E97-4E56-83A8-10CA78FA57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385" t="55664" r="18814" b="24390"/>
          <a:stretch/>
        </p:blipFill>
        <p:spPr>
          <a:xfrm>
            <a:off x="6548310" y="2963333"/>
            <a:ext cx="5247000" cy="180340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AED7CAF-CC01-4818-9B0B-BD06D438B20A}"/>
              </a:ext>
            </a:extLst>
          </p:cNvPr>
          <p:cNvCxnSpPr>
            <a:cxnSpLocks/>
            <a:stCxn id="4" idx="0"/>
          </p:cNvCxnSpPr>
          <p:nvPr/>
        </p:nvCxnSpPr>
        <p:spPr bwMode="auto">
          <a:xfrm flipH="1" flipV="1">
            <a:off x="7577668" y="2040467"/>
            <a:ext cx="1594142" cy="92286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FEBCF146-383F-4E6F-B7D0-F2E1F8A26261}"/>
              </a:ext>
            </a:extLst>
          </p:cNvPr>
          <p:cNvSpPr/>
          <p:nvPr/>
        </p:nvSpPr>
        <p:spPr bwMode="auto">
          <a:xfrm>
            <a:off x="220133" y="1430867"/>
            <a:ext cx="8652934" cy="50800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2C5DA3E-D88A-4DDF-A221-3160A8CAA0EA}"/>
              </a:ext>
            </a:extLst>
          </p:cNvPr>
          <p:cNvSpPr/>
          <p:nvPr/>
        </p:nvSpPr>
        <p:spPr bwMode="auto">
          <a:xfrm>
            <a:off x="101600" y="5932149"/>
            <a:ext cx="8652934" cy="50800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2F94A2B5-8226-48CB-8091-A1B3C1E6B78D}"/>
              </a:ext>
            </a:extLst>
          </p:cNvPr>
          <p:cNvCxnSpPr>
            <a:cxnSpLocks/>
            <a:stCxn id="4" idx="2"/>
          </p:cNvCxnSpPr>
          <p:nvPr/>
        </p:nvCxnSpPr>
        <p:spPr bwMode="auto">
          <a:xfrm flipH="1">
            <a:off x="7950202" y="4766733"/>
            <a:ext cx="1221608" cy="11176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49980539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502EC74-C78A-41F7-B457-43B0C0938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92" y="409384"/>
            <a:ext cx="8240554" cy="6039231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FBB19F1-B8EB-498B-BE23-CEA75C4169F4}"/>
              </a:ext>
            </a:extLst>
          </p:cNvPr>
          <p:cNvSpPr/>
          <p:nvPr/>
        </p:nvSpPr>
        <p:spPr bwMode="auto">
          <a:xfrm>
            <a:off x="9005542" y="2937932"/>
            <a:ext cx="2802466" cy="1820333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Observe que os nomes não estão encostados na </a:t>
            </a:r>
            <a:r>
              <a:rPr lang="pt-BR" sz="2000" u="sng" dirty="0">
                <a:solidFill>
                  <a:schemeClr val="tx1"/>
                </a:solidFill>
                <a:latin typeface="Arial" charset="0"/>
              </a:rPr>
              <a:t>margem</a:t>
            </a:r>
            <a:r>
              <a:rPr lang="pt-BR" sz="20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pt-BR" sz="2000" u="sng" dirty="0">
                <a:solidFill>
                  <a:schemeClr val="tx1"/>
                </a:solidFill>
                <a:latin typeface="Arial" charset="0"/>
              </a:rPr>
              <a:t>superior</a:t>
            </a:r>
            <a:r>
              <a:rPr lang="pt-BR" sz="2000" dirty="0">
                <a:solidFill>
                  <a:schemeClr val="tx1"/>
                </a:solidFill>
                <a:latin typeface="Arial" charset="0"/>
              </a:rPr>
              <a:t> e na </a:t>
            </a:r>
            <a:r>
              <a:rPr lang="pt-BR" sz="2000" u="sng" dirty="0">
                <a:solidFill>
                  <a:schemeClr val="tx1"/>
                </a:solidFill>
                <a:latin typeface="Arial" charset="0"/>
              </a:rPr>
              <a:t>inferior</a:t>
            </a: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339108AB-E501-49C7-BA85-9D5AE10BD990}"/>
              </a:ext>
            </a:extLst>
          </p:cNvPr>
          <p:cNvSpPr/>
          <p:nvPr/>
        </p:nvSpPr>
        <p:spPr bwMode="auto">
          <a:xfrm>
            <a:off x="8669867" y="1507067"/>
            <a:ext cx="1801205" cy="1430866"/>
          </a:xfrm>
          <a:custGeom>
            <a:avLst/>
            <a:gdLst>
              <a:gd name="connsiteX0" fmla="*/ 1735666 w 1801205"/>
              <a:gd name="connsiteY0" fmla="*/ 1430866 h 1430866"/>
              <a:gd name="connsiteX1" fmla="*/ 1684866 w 1801205"/>
              <a:gd name="connsiteY1" fmla="*/ 1176866 h 1430866"/>
              <a:gd name="connsiteX2" fmla="*/ 1676400 w 1801205"/>
              <a:gd name="connsiteY2" fmla="*/ 143933 h 1430866"/>
              <a:gd name="connsiteX3" fmla="*/ 0 w 1801205"/>
              <a:gd name="connsiteY3" fmla="*/ 0 h 14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1205" h="1430866">
                <a:moveTo>
                  <a:pt x="1735666" y="1430866"/>
                </a:moveTo>
                <a:cubicBezTo>
                  <a:pt x="1715205" y="1411110"/>
                  <a:pt x="1694744" y="1391355"/>
                  <a:pt x="1684866" y="1176866"/>
                </a:cubicBezTo>
                <a:cubicBezTo>
                  <a:pt x="1674988" y="962377"/>
                  <a:pt x="1957211" y="340077"/>
                  <a:pt x="1676400" y="143933"/>
                </a:cubicBezTo>
                <a:cubicBezTo>
                  <a:pt x="1395589" y="-52211"/>
                  <a:pt x="293511" y="35278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B5FB5497-F118-4C54-AF9C-0D360880F706}"/>
              </a:ext>
            </a:extLst>
          </p:cNvPr>
          <p:cNvSpPr/>
          <p:nvPr/>
        </p:nvSpPr>
        <p:spPr bwMode="auto">
          <a:xfrm>
            <a:off x="8644467" y="4758267"/>
            <a:ext cx="1975512" cy="1727912"/>
          </a:xfrm>
          <a:custGeom>
            <a:avLst/>
            <a:gdLst>
              <a:gd name="connsiteX0" fmla="*/ 1778000 w 1975512"/>
              <a:gd name="connsiteY0" fmla="*/ 0 h 1727912"/>
              <a:gd name="connsiteX1" fmla="*/ 1811866 w 1975512"/>
              <a:gd name="connsiteY1" fmla="*/ 1591733 h 1727912"/>
              <a:gd name="connsiteX2" fmla="*/ 0 w 1975512"/>
              <a:gd name="connsiteY2" fmla="*/ 1617133 h 1727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5512" h="1727912">
                <a:moveTo>
                  <a:pt x="1778000" y="0"/>
                </a:moveTo>
                <a:cubicBezTo>
                  <a:pt x="1943099" y="661105"/>
                  <a:pt x="2108199" y="1322211"/>
                  <a:pt x="1811866" y="1591733"/>
                </a:cubicBezTo>
                <a:cubicBezTo>
                  <a:pt x="1515533" y="1861255"/>
                  <a:pt x="251178" y="1653822"/>
                  <a:pt x="0" y="1617133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947629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BE35273-5824-4AA2-A3AE-0EB902F4BF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069" r="11062"/>
          <a:stretch/>
        </p:blipFill>
        <p:spPr>
          <a:xfrm>
            <a:off x="653937" y="508000"/>
            <a:ext cx="7289581" cy="580089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7878BF0-B9A5-12FA-DCC2-6B0AFF956CF8}"/>
              </a:ext>
            </a:extLst>
          </p:cNvPr>
          <p:cNvSpPr/>
          <p:nvPr/>
        </p:nvSpPr>
        <p:spPr bwMode="auto">
          <a:xfrm>
            <a:off x="2527299" y="4677833"/>
            <a:ext cx="2087033" cy="994833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" name="Seta: para a Esquerda 1">
            <a:extLst>
              <a:ext uri="{FF2B5EF4-FFF2-40B4-BE49-F238E27FC236}">
                <a16:creationId xmlns:a16="http://schemas.microsoft.com/office/drawing/2014/main" id="{00055504-452A-4C5A-9ADC-9DB7CD4407C2}"/>
              </a:ext>
            </a:extLst>
          </p:cNvPr>
          <p:cNvSpPr/>
          <p:nvPr/>
        </p:nvSpPr>
        <p:spPr bwMode="auto">
          <a:xfrm>
            <a:off x="4919133" y="4377267"/>
            <a:ext cx="2421467" cy="1515533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Digite este código</a:t>
            </a:r>
          </a:p>
        </p:txBody>
      </p:sp>
    </p:spTree>
    <p:extLst>
      <p:ext uri="{BB962C8B-B14F-4D97-AF65-F5344CB8AC3E}">
        <p14:creationId xmlns:p14="http://schemas.microsoft.com/office/powerpoint/2010/main" val="326617591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9248A6D-0F06-5957-1661-CE314776E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2" y="933450"/>
            <a:ext cx="6810375" cy="4991100"/>
          </a:xfrm>
          <a:prstGeom prst="rect">
            <a:avLst/>
          </a:prstGeom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1D35F195-CBE8-4BE4-8952-2D01EEF84C55}"/>
              </a:ext>
            </a:extLst>
          </p:cNvPr>
          <p:cNvSpPr/>
          <p:nvPr/>
        </p:nvSpPr>
        <p:spPr bwMode="auto">
          <a:xfrm>
            <a:off x="8652933" y="3293533"/>
            <a:ext cx="2336800" cy="1278467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Resultado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E1AD7F7D-1F3B-4E08-B0A6-9A5BABF37451}"/>
              </a:ext>
            </a:extLst>
          </p:cNvPr>
          <p:cNvCxnSpPr>
            <a:stCxn id="2" idx="0"/>
          </p:cNvCxnSpPr>
          <p:nvPr/>
        </p:nvCxnSpPr>
        <p:spPr bwMode="auto">
          <a:xfrm flipH="1" flipV="1">
            <a:off x="7552267" y="1905000"/>
            <a:ext cx="2269066" cy="138853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1D8ACF2B-1494-4B1A-9019-3A37A7E415EA}"/>
              </a:ext>
            </a:extLst>
          </p:cNvPr>
          <p:cNvCxnSpPr>
            <a:stCxn id="2" idx="4"/>
          </p:cNvCxnSpPr>
          <p:nvPr/>
        </p:nvCxnSpPr>
        <p:spPr bwMode="auto">
          <a:xfrm flipH="1">
            <a:off x="7552267" y="4572000"/>
            <a:ext cx="2269066" cy="12700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7732012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429F3-F75A-4FD5-AC45-604CCEA848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Entendendo do Flex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2E3672-132E-44F7-9669-B19573C8AF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6602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C7AC4C2-5A66-4D3F-8BCA-39E25BF06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33" y="248311"/>
            <a:ext cx="3987882" cy="406741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5938A6C-95C6-431D-B649-406B0B315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067" y="2262849"/>
            <a:ext cx="6197600" cy="418822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625D981-B7BC-4C67-9986-B54C41911F74}"/>
              </a:ext>
            </a:extLst>
          </p:cNvPr>
          <p:cNvSpPr/>
          <p:nvPr/>
        </p:nvSpPr>
        <p:spPr bwMode="auto">
          <a:xfrm>
            <a:off x="829733" y="3090333"/>
            <a:ext cx="3268134" cy="83820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B5157B46-E0B3-4E7D-892E-E6B3A0C64529}"/>
              </a:ext>
            </a:extLst>
          </p:cNvPr>
          <p:cNvCxnSpPr/>
          <p:nvPr/>
        </p:nvCxnSpPr>
        <p:spPr bwMode="auto">
          <a:xfrm flipV="1">
            <a:off x="4199467" y="3090333"/>
            <a:ext cx="1371600" cy="39793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2A0D5025-634A-46B9-95C2-E62ADAA1F8E8}"/>
              </a:ext>
            </a:extLst>
          </p:cNvPr>
          <p:cNvCxnSpPr/>
          <p:nvPr/>
        </p:nvCxnSpPr>
        <p:spPr bwMode="auto">
          <a:xfrm>
            <a:off x="4199467" y="3488267"/>
            <a:ext cx="1473200" cy="26924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BC574149-4B1D-4B1A-AE19-842F171D533A}"/>
              </a:ext>
            </a:extLst>
          </p:cNvPr>
          <p:cNvCxnSpPr/>
          <p:nvPr/>
        </p:nvCxnSpPr>
        <p:spPr bwMode="auto">
          <a:xfrm>
            <a:off x="4199467" y="3488267"/>
            <a:ext cx="7162800" cy="284202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2E639F86-0DC8-4D7A-AD56-6EE52FE4B6EF}"/>
              </a:ext>
            </a:extLst>
          </p:cNvPr>
          <p:cNvSpPr/>
          <p:nvPr/>
        </p:nvSpPr>
        <p:spPr bwMode="auto">
          <a:xfrm>
            <a:off x="4224867" y="854047"/>
            <a:ext cx="7281333" cy="2659620"/>
          </a:xfrm>
          <a:custGeom>
            <a:avLst/>
            <a:gdLst>
              <a:gd name="connsiteX0" fmla="*/ 0 w 7281333"/>
              <a:gd name="connsiteY0" fmla="*/ 2659620 h 2659620"/>
              <a:gd name="connsiteX1" fmla="*/ 1557866 w 7281333"/>
              <a:gd name="connsiteY1" fmla="*/ 432886 h 2659620"/>
              <a:gd name="connsiteX2" fmla="*/ 5664200 w 7281333"/>
              <a:gd name="connsiteY2" fmla="*/ 136553 h 2659620"/>
              <a:gd name="connsiteX3" fmla="*/ 7281333 w 7281333"/>
              <a:gd name="connsiteY3" fmla="*/ 2050020 h 2659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81333" h="2659620">
                <a:moveTo>
                  <a:pt x="0" y="2659620"/>
                </a:moveTo>
                <a:cubicBezTo>
                  <a:pt x="306916" y="1756508"/>
                  <a:pt x="613833" y="853397"/>
                  <a:pt x="1557866" y="432886"/>
                </a:cubicBezTo>
                <a:cubicBezTo>
                  <a:pt x="2501899" y="12375"/>
                  <a:pt x="4710289" y="-132969"/>
                  <a:pt x="5664200" y="136553"/>
                </a:cubicBezTo>
                <a:cubicBezTo>
                  <a:pt x="6618111" y="406075"/>
                  <a:pt x="6949722" y="1228047"/>
                  <a:pt x="7281333" y="205002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977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B6F4EC7-D7B5-48DC-964C-846C8977D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20" y="605674"/>
            <a:ext cx="4184354" cy="391552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C6D5456-056C-49ED-BFAF-ADFAD63C6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478" y="1939396"/>
            <a:ext cx="6363802" cy="4300538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8661E6C-CB6E-466D-B503-5333A77C76B7}"/>
              </a:ext>
            </a:extLst>
          </p:cNvPr>
          <p:cNvSpPr/>
          <p:nvPr/>
        </p:nvSpPr>
        <p:spPr bwMode="auto">
          <a:xfrm>
            <a:off x="855133" y="3505200"/>
            <a:ext cx="1989667" cy="702733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16478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57A332C-C183-4172-B1F1-4528B7D14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640" y="710088"/>
            <a:ext cx="8046720" cy="5437823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FDD1D02-1E73-42ED-AB9D-31337F2D8C47}"/>
              </a:ext>
            </a:extLst>
          </p:cNvPr>
          <p:cNvSpPr/>
          <p:nvPr/>
        </p:nvSpPr>
        <p:spPr bwMode="auto">
          <a:xfrm>
            <a:off x="4368800" y="3056466"/>
            <a:ext cx="3454400" cy="1684867"/>
          </a:xfrm>
          <a:prstGeom prst="roundRect">
            <a:avLst>
              <a:gd name="adj" fmla="val 32747"/>
            </a:avLst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Como deixar os nomes centralizados e no meio ?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B9185E3-B5D5-4A58-9A9F-489992A7284A}"/>
              </a:ext>
            </a:extLst>
          </p:cNvPr>
          <p:cNvCxnSpPr/>
          <p:nvPr/>
        </p:nvCxnSpPr>
        <p:spPr bwMode="auto">
          <a:xfrm flipH="1" flipV="1">
            <a:off x="3191933" y="2184400"/>
            <a:ext cx="1346200" cy="10414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EF0BCD97-C019-403F-8133-4335A14A5204}"/>
              </a:ext>
            </a:extLst>
          </p:cNvPr>
          <p:cNvCxnSpPr/>
          <p:nvPr/>
        </p:nvCxnSpPr>
        <p:spPr bwMode="auto">
          <a:xfrm flipH="1">
            <a:off x="3158067" y="4605867"/>
            <a:ext cx="1388533" cy="9906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1F8B3847-A4CE-41D8-8DC6-A239AF51FCB8}"/>
              </a:ext>
            </a:extLst>
          </p:cNvPr>
          <p:cNvCxnSpPr/>
          <p:nvPr/>
        </p:nvCxnSpPr>
        <p:spPr bwMode="auto">
          <a:xfrm flipV="1">
            <a:off x="7713133" y="2184400"/>
            <a:ext cx="1286934" cy="10414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DE6F05B4-EE78-40F8-A966-9B80CDB95D09}"/>
              </a:ext>
            </a:extLst>
          </p:cNvPr>
          <p:cNvCxnSpPr/>
          <p:nvPr/>
        </p:nvCxnSpPr>
        <p:spPr bwMode="auto">
          <a:xfrm>
            <a:off x="7738533" y="4504267"/>
            <a:ext cx="1261534" cy="10922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47760928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103EF29-3DB6-4B65-B544-E07AFCBED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84" y="652820"/>
            <a:ext cx="10952833" cy="555236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EF2D33C-D190-4B33-817C-520E2D523FF2}"/>
              </a:ext>
            </a:extLst>
          </p:cNvPr>
          <p:cNvSpPr/>
          <p:nvPr/>
        </p:nvSpPr>
        <p:spPr bwMode="auto">
          <a:xfrm>
            <a:off x="2548467" y="2032001"/>
            <a:ext cx="4055533" cy="448732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43862EFF-45E6-4D39-BC6C-A6CF18B2F091}"/>
              </a:ext>
            </a:extLst>
          </p:cNvPr>
          <p:cNvCxnSpPr>
            <a:stCxn id="3" idx="2"/>
          </p:cNvCxnSpPr>
          <p:nvPr/>
        </p:nvCxnSpPr>
        <p:spPr bwMode="auto">
          <a:xfrm>
            <a:off x="4576234" y="2480733"/>
            <a:ext cx="1367366" cy="192193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91269257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190F1EB-B818-4148-BD1B-A7EE5CA19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34" y="3039534"/>
            <a:ext cx="4869886" cy="234536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52177DF-0EA3-4BAF-8499-B1E8968B8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180" y="3072107"/>
            <a:ext cx="4658151" cy="231278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3F48E45-A2D8-4172-8F83-B831217FCE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717" t="15233" r="23563" b="52134"/>
          <a:stretch/>
        </p:blipFill>
        <p:spPr>
          <a:xfrm>
            <a:off x="1811866" y="287867"/>
            <a:ext cx="7526867" cy="1811867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9C8AC28D-794E-4E01-9BE0-6A0F8F570E9A}"/>
              </a:ext>
            </a:extLst>
          </p:cNvPr>
          <p:cNvCxnSpPr/>
          <p:nvPr/>
        </p:nvCxnSpPr>
        <p:spPr bwMode="auto">
          <a:xfrm flipH="1">
            <a:off x="1921933" y="1193800"/>
            <a:ext cx="3048000" cy="215053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B83FAB86-8BEC-441F-B1CB-F6C2D8094D5F}"/>
              </a:ext>
            </a:extLst>
          </p:cNvPr>
          <p:cNvCxnSpPr/>
          <p:nvPr/>
        </p:nvCxnSpPr>
        <p:spPr bwMode="auto">
          <a:xfrm>
            <a:off x="6290733" y="1109133"/>
            <a:ext cx="931334" cy="196297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82210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98E99B0-2431-42C0-8616-1AA371D91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056" y="705750"/>
            <a:ext cx="7839888" cy="544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9839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6957EB0-45D2-4525-9EBC-37B758073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35" y="443159"/>
            <a:ext cx="4921498" cy="5635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2EA8DB0-BFB2-422A-9CA1-CD997D411D97}"/>
              </a:ext>
            </a:extLst>
          </p:cNvPr>
          <p:cNvSpPr/>
          <p:nvPr/>
        </p:nvSpPr>
        <p:spPr bwMode="auto">
          <a:xfrm>
            <a:off x="1210733" y="4521200"/>
            <a:ext cx="3175000" cy="1151467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D58A474-D720-4841-8519-BD662681D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781" y="1027553"/>
            <a:ext cx="3843633" cy="185111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24904EE-907D-4036-9EA4-94F9A2F3B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781" y="3847262"/>
            <a:ext cx="3676518" cy="182540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2EA692B0-8546-4899-821C-6A41D6A50BD9}"/>
              </a:ext>
            </a:extLst>
          </p:cNvPr>
          <p:cNvCxnSpPr>
            <a:stCxn id="4" idx="1"/>
          </p:cNvCxnSpPr>
          <p:nvPr/>
        </p:nvCxnSpPr>
        <p:spPr bwMode="auto">
          <a:xfrm flipH="1">
            <a:off x="4461933" y="1953110"/>
            <a:ext cx="3121848" cy="278822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6DDBF2ED-AD4D-41E0-9F2A-28C61BCC0300}"/>
              </a:ext>
            </a:extLst>
          </p:cNvPr>
          <p:cNvCxnSpPr>
            <a:stCxn id="5" idx="1"/>
          </p:cNvCxnSpPr>
          <p:nvPr/>
        </p:nvCxnSpPr>
        <p:spPr bwMode="auto">
          <a:xfrm flipH="1">
            <a:off x="4539309" y="4759965"/>
            <a:ext cx="3044472" cy="15070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10350801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469DFEF-DEB3-45B7-99CD-7C9C1460E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304" y="438197"/>
            <a:ext cx="8851392" cy="598160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6902F5F-93FF-4439-83B5-1ECB13FC5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116" y="2532337"/>
            <a:ext cx="2927767" cy="306412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2B75AFD-6D3E-4B61-8675-10B927DD62BA}"/>
              </a:ext>
            </a:extLst>
          </p:cNvPr>
          <p:cNvSpPr/>
          <p:nvPr/>
        </p:nvSpPr>
        <p:spPr bwMode="auto">
          <a:xfrm>
            <a:off x="4986867" y="4563533"/>
            <a:ext cx="2167466" cy="821267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B6569E27-EF74-4A3F-B170-175693D1EE81}"/>
              </a:ext>
            </a:extLst>
          </p:cNvPr>
          <p:cNvCxnSpPr/>
          <p:nvPr/>
        </p:nvCxnSpPr>
        <p:spPr bwMode="auto">
          <a:xfrm flipH="1" flipV="1">
            <a:off x="2768600" y="2091267"/>
            <a:ext cx="1812717" cy="19304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75FA333-7AA0-4A7C-8A0C-54DB2F1E04BB}"/>
              </a:ext>
            </a:extLst>
          </p:cNvPr>
          <p:cNvCxnSpPr/>
          <p:nvPr/>
        </p:nvCxnSpPr>
        <p:spPr bwMode="auto">
          <a:xfrm flipH="1">
            <a:off x="2827867" y="4089400"/>
            <a:ext cx="1753450" cy="171873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8A3CDAEE-7232-49FD-A030-2A312BFF6B14}"/>
              </a:ext>
            </a:extLst>
          </p:cNvPr>
          <p:cNvCxnSpPr>
            <a:stCxn id="3" idx="3"/>
          </p:cNvCxnSpPr>
          <p:nvPr/>
        </p:nvCxnSpPr>
        <p:spPr bwMode="auto">
          <a:xfrm flipV="1">
            <a:off x="7559883" y="2091267"/>
            <a:ext cx="1804250" cy="197313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92AE27F-A526-44D2-8691-97E734652ACC}"/>
              </a:ext>
            </a:extLst>
          </p:cNvPr>
          <p:cNvCxnSpPr/>
          <p:nvPr/>
        </p:nvCxnSpPr>
        <p:spPr bwMode="auto">
          <a:xfrm>
            <a:off x="7559883" y="4064402"/>
            <a:ext cx="1685717" cy="174373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3709808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C80592AF-D525-4530-830E-D42F232D18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CD47362-C4AC-4557-9741-9D195C0BDD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 7</a:t>
            </a:r>
          </a:p>
        </p:txBody>
      </p:sp>
    </p:spTree>
    <p:extLst>
      <p:ext uri="{BB962C8B-B14F-4D97-AF65-F5344CB8AC3E}">
        <p14:creationId xmlns:p14="http://schemas.microsoft.com/office/powerpoint/2010/main" val="389914380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FAD3055-9EF5-4DB8-90DC-548758E95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96" y="366957"/>
            <a:ext cx="4310271" cy="5866375"/>
          </a:xfrm>
          <a:prstGeom prst="rect">
            <a:avLst/>
          </a:prstGeom>
        </p:spPr>
      </p:pic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A70B799B-9BA2-465A-82DC-753944E70C1F}"/>
              </a:ext>
            </a:extLst>
          </p:cNvPr>
          <p:cNvSpPr/>
          <p:nvPr/>
        </p:nvSpPr>
        <p:spPr bwMode="auto">
          <a:xfrm>
            <a:off x="3378200" y="4842933"/>
            <a:ext cx="5300133" cy="1651000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Criar o arquivo </a:t>
            </a:r>
            <a:r>
              <a:rPr lang="pt-BR" sz="2000" b="1" dirty="0">
                <a:solidFill>
                  <a:schemeClr val="tx1"/>
                </a:solidFill>
                <a:latin typeface="Arial" charset="0"/>
              </a:rPr>
              <a:t>exercicio7.html</a:t>
            </a:r>
          </a:p>
        </p:txBody>
      </p:sp>
    </p:spTree>
    <p:extLst>
      <p:ext uri="{BB962C8B-B14F-4D97-AF65-F5344CB8AC3E}">
        <p14:creationId xmlns:p14="http://schemas.microsoft.com/office/powerpoint/2010/main" val="389301511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E5EF786-0B60-4F21-AD79-9E406A810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304" y="438197"/>
            <a:ext cx="8851392" cy="598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9057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4652098-9CE9-4809-8544-D6F3882DE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29" y="311119"/>
            <a:ext cx="3856154" cy="532768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D753619-B3C3-41E4-A5AE-93BE8AB0D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847" y="865748"/>
            <a:ext cx="7560897" cy="5698067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6402347-CFCE-4178-8660-33DE554C03F8}"/>
              </a:ext>
            </a:extLst>
          </p:cNvPr>
          <p:cNvSpPr/>
          <p:nvPr/>
        </p:nvSpPr>
        <p:spPr bwMode="auto">
          <a:xfrm>
            <a:off x="496629" y="4334933"/>
            <a:ext cx="2297371" cy="1303867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01CAFA8-E6C3-4101-AA89-662CFEF1A22C}"/>
              </a:ext>
            </a:extLst>
          </p:cNvPr>
          <p:cNvSpPr/>
          <p:nvPr/>
        </p:nvSpPr>
        <p:spPr bwMode="auto">
          <a:xfrm>
            <a:off x="5308600" y="3835400"/>
            <a:ext cx="4258733" cy="180340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2AC21CFE-63AC-497D-86EE-549F8CE5E262}"/>
              </a:ext>
            </a:extLst>
          </p:cNvPr>
          <p:cNvCxnSpPr/>
          <p:nvPr/>
        </p:nvCxnSpPr>
        <p:spPr bwMode="auto">
          <a:xfrm flipH="1">
            <a:off x="7052733" y="3530600"/>
            <a:ext cx="152400" cy="4318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44097B0F-5F33-42EE-8A6F-F79457A974B0}"/>
              </a:ext>
            </a:extLst>
          </p:cNvPr>
          <p:cNvCxnSpPr/>
          <p:nvPr/>
        </p:nvCxnSpPr>
        <p:spPr bwMode="auto">
          <a:xfrm flipH="1">
            <a:off x="8281295" y="3543300"/>
            <a:ext cx="152400" cy="4318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3BBDFF7-B750-4312-9BFE-53AFE074579E}"/>
              </a:ext>
            </a:extLst>
          </p:cNvPr>
          <p:cNvCxnSpPr/>
          <p:nvPr/>
        </p:nvCxnSpPr>
        <p:spPr bwMode="auto">
          <a:xfrm flipH="1">
            <a:off x="9072114" y="3530600"/>
            <a:ext cx="152400" cy="4318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35F89D5D-C389-4BC9-A09B-B50EC5E274E7}"/>
              </a:ext>
            </a:extLst>
          </p:cNvPr>
          <p:cNvCxnSpPr/>
          <p:nvPr/>
        </p:nvCxnSpPr>
        <p:spPr bwMode="auto">
          <a:xfrm flipH="1">
            <a:off x="7351672" y="4233333"/>
            <a:ext cx="200595" cy="22013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32967109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2182FA-C00E-4286-885F-7982013B79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Exemplo5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0F2E60-5221-42C7-8CC5-3491C9455D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974672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6306FC5-9525-465D-9AAF-43CF8CB52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415" y="595116"/>
            <a:ext cx="8723169" cy="5667768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2A39B75A-5838-4F52-8003-8182EA09A54E}"/>
              </a:ext>
            </a:extLst>
          </p:cNvPr>
          <p:cNvCxnSpPr/>
          <p:nvPr/>
        </p:nvCxnSpPr>
        <p:spPr bwMode="auto">
          <a:xfrm>
            <a:off x="1075267" y="4207933"/>
            <a:ext cx="1413933" cy="95673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75FF8AFB-AB4A-4E01-890A-615A3A6886AE}"/>
              </a:ext>
            </a:extLst>
          </p:cNvPr>
          <p:cNvSpPr/>
          <p:nvPr/>
        </p:nvSpPr>
        <p:spPr bwMode="auto">
          <a:xfrm>
            <a:off x="262467" y="3733800"/>
            <a:ext cx="2209800" cy="1126067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Arrasta para dentro de aula02</a:t>
            </a:r>
          </a:p>
        </p:txBody>
      </p:sp>
    </p:spTree>
    <p:extLst>
      <p:ext uri="{BB962C8B-B14F-4D97-AF65-F5344CB8AC3E}">
        <p14:creationId xmlns:p14="http://schemas.microsoft.com/office/powerpoint/2010/main" val="284266195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4326325-353C-4ED4-A44E-6D149F1E0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11" y="365803"/>
            <a:ext cx="3753622" cy="5882388"/>
          </a:xfrm>
          <a:prstGeom prst="rect">
            <a:avLst/>
          </a:prstGeom>
        </p:spPr>
      </p:pic>
      <p:sp>
        <p:nvSpPr>
          <p:cNvPr id="3" name="Seta: para a Esquerda 2">
            <a:extLst>
              <a:ext uri="{FF2B5EF4-FFF2-40B4-BE49-F238E27FC236}">
                <a16:creationId xmlns:a16="http://schemas.microsoft.com/office/drawing/2014/main" id="{6ADE9E61-933D-47FB-824A-9E5ECBE7955F}"/>
              </a:ext>
            </a:extLst>
          </p:cNvPr>
          <p:cNvSpPr/>
          <p:nvPr/>
        </p:nvSpPr>
        <p:spPr bwMode="auto">
          <a:xfrm>
            <a:off x="2760133" y="2328333"/>
            <a:ext cx="5300133" cy="1651000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Criar o arquivo </a:t>
            </a:r>
            <a:r>
              <a:rPr lang="pt-BR" sz="2000" b="1" dirty="0">
                <a:solidFill>
                  <a:schemeClr val="tx1"/>
                </a:solidFill>
                <a:latin typeface="Arial" charset="0"/>
              </a:rPr>
              <a:t>exemplo5.html</a:t>
            </a:r>
          </a:p>
        </p:txBody>
      </p:sp>
    </p:spTree>
    <p:extLst>
      <p:ext uri="{BB962C8B-B14F-4D97-AF65-F5344CB8AC3E}">
        <p14:creationId xmlns:p14="http://schemas.microsoft.com/office/powerpoint/2010/main" val="104129715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B2D47B6-9BD8-480F-8F1B-F27045CF3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055" y="1008360"/>
            <a:ext cx="10017888" cy="484128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981249F-2C86-47DB-8758-4AD9427D60CB}"/>
              </a:ext>
            </a:extLst>
          </p:cNvPr>
          <p:cNvSpPr/>
          <p:nvPr/>
        </p:nvSpPr>
        <p:spPr bwMode="auto">
          <a:xfrm>
            <a:off x="2387600" y="3683000"/>
            <a:ext cx="5384800" cy="601133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38E4757A-00B4-4040-BEF8-020558A4BC5F}"/>
              </a:ext>
            </a:extLst>
          </p:cNvPr>
          <p:cNvCxnSpPr/>
          <p:nvPr/>
        </p:nvCxnSpPr>
        <p:spPr bwMode="auto">
          <a:xfrm flipH="1" flipV="1">
            <a:off x="6807200" y="4123267"/>
            <a:ext cx="702733" cy="107526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90353386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B9F1834-0146-4F07-82CE-F549D56AA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33" y="867111"/>
            <a:ext cx="5766918" cy="4492289"/>
          </a:xfrm>
          <a:prstGeom prst="rect">
            <a:avLst/>
          </a:prstGeom>
        </p:spPr>
      </p:pic>
      <p:sp>
        <p:nvSpPr>
          <p:cNvPr id="3" name="Seta: para a Esquerda 2">
            <a:extLst>
              <a:ext uri="{FF2B5EF4-FFF2-40B4-BE49-F238E27FC236}">
                <a16:creationId xmlns:a16="http://schemas.microsoft.com/office/drawing/2014/main" id="{E3070475-8DB5-4B71-87A8-A75E52EB109A}"/>
              </a:ext>
            </a:extLst>
          </p:cNvPr>
          <p:cNvSpPr/>
          <p:nvPr/>
        </p:nvSpPr>
        <p:spPr bwMode="auto">
          <a:xfrm>
            <a:off x="3488267" y="2032000"/>
            <a:ext cx="4826000" cy="1684867"/>
          </a:xfrm>
          <a:prstGeom prst="leftArrow">
            <a:avLst/>
          </a:prstGeom>
          <a:solidFill>
            <a:srgbClr val="FFFF00"/>
          </a:solidFill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Arial" charset="0"/>
              </a:rPr>
              <a:t>Clique para abrir</a:t>
            </a:r>
          </a:p>
        </p:txBody>
      </p:sp>
    </p:spTree>
    <p:extLst>
      <p:ext uri="{BB962C8B-B14F-4D97-AF65-F5344CB8AC3E}">
        <p14:creationId xmlns:p14="http://schemas.microsoft.com/office/powerpoint/2010/main" val="152062410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EB54721-E555-4248-9ED1-621F8D9EF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801" y="371059"/>
            <a:ext cx="5172797" cy="596348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65F77E1-C512-4E51-907B-88A070E692D4}"/>
              </a:ext>
            </a:extLst>
          </p:cNvPr>
          <p:cNvSpPr/>
          <p:nvPr/>
        </p:nvSpPr>
        <p:spPr bwMode="auto">
          <a:xfrm>
            <a:off x="1845733" y="3488267"/>
            <a:ext cx="3860800" cy="2658533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50317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EA94074-35AE-40DE-B42F-3E0AA3D16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71" y="395339"/>
            <a:ext cx="10730457" cy="606732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8CADF91-153A-4223-8467-10834DDDA4F5}"/>
              </a:ext>
            </a:extLst>
          </p:cNvPr>
          <p:cNvSpPr/>
          <p:nvPr/>
        </p:nvSpPr>
        <p:spPr bwMode="auto">
          <a:xfrm>
            <a:off x="1854200" y="2887133"/>
            <a:ext cx="2683933" cy="1591734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53206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F34269B-748F-4B96-A804-E029F5EAA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957262"/>
            <a:ext cx="7315200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91847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79C3FA9-9582-41A2-8C48-FB8107310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76" y="318707"/>
            <a:ext cx="6541378" cy="622058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2DCA13F-6D73-4EBF-986B-BE8BDB6FB61E}"/>
              </a:ext>
            </a:extLst>
          </p:cNvPr>
          <p:cNvSpPr/>
          <p:nvPr/>
        </p:nvSpPr>
        <p:spPr bwMode="auto">
          <a:xfrm>
            <a:off x="1439333" y="1075267"/>
            <a:ext cx="5190067" cy="4072466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82962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B2EF940-B38F-4151-AE1A-8A69E0C91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33" y="508528"/>
            <a:ext cx="7315200" cy="494347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92213DB-4C3E-446B-8FB2-A5352120A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2625195"/>
            <a:ext cx="7315200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0796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7AB56E8-500D-4554-B7C8-8A643510B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69" y="537426"/>
            <a:ext cx="4086795" cy="297221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12A2AA2-178C-4A5F-94CF-98ECB9902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132" y="2393982"/>
            <a:ext cx="6053667" cy="409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7976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0DACBBC-30C9-4A87-A64B-84F6B9CCF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78" y="1174449"/>
            <a:ext cx="4020111" cy="430590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26ECC22-B62A-4033-B14D-D84770757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667" y="957262"/>
            <a:ext cx="7315200" cy="494347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63182A-3439-43F5-B5FE-2BCC527E79C1}"/>
              </a:ext>
            </a:extLst>
          </p:cNvPr>
          <p:cNvSpPr/>
          <p:nvPr/>
        </p:nvSpPr>
        <p:spPr bwMode="auto">
          <a:xfrm>
            <a:off x="369078" y="4318000"/>
            <a:ext cx="2365655" cy="1162350"/>
          </a:xfrm>
          <a:prstGeom prst="rect">
            <a:avLst/>
          </a:pr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pt-BR" sz="2000" dirty="0">
              <a:solidFill>
                <a:schemeClr val="tx1"/>
              </a:solidFill>
              <a:latin typeface="Arial" charset="0"/>
            </a:endParaRP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6B257F01-2CCF-4D83-A188-D3D44BC6E842}"/>
              </a:ext>
            </a:extLst>
          </p:cNvPr>
          <p:cNvCxnSpPr/>
          <p:nvPr/>
        </p:nvCxnSpPr>
        <p:spPr bwMode="auto">
          <a:xfrm flipV="1">
            <a:off x="2734733" y="2429933"/>
            <a:ext cx="6434667" cy="260773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42181264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663718-E4B1-4A05-A6F6-F269296E9F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Fim da aula </a:t>
            </a:r>
            <a:r>
              <a:rPr lang="pt-BR"/>
              <a:t>para turma A em 29/10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869682-08F5-45AB-B829-1CD868070B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46742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Verde">
  <a:themeElements>
    <a:clrScheme name="Guilherm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F497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0000FF"/>
      </a:folHlink>
    </a:clrScheme>
    <a:fontScheme name="Eix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00"/>
        </a:solidFill>
        <a:ln w="38100">
          <a:solidFill>
            <a:srgbClr val="FF0000"/>
          </a:solidFill>
          <a:headEnd type="none" w="med" len="med"/>
          <a:tailEnd type="triangle" w="med" len="med"/>
        </a:ln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algn="ctr">
          <a:defRPr sz="2000" dirty="0" smtClean="0">
            <a:solidFill>
              <a:schemeClr val="tx1"/>
            </a:solidFill>
            <a:latin typeface="Arial" charset="0"/>
          </a:defRPr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 bwMode="auto">
        <a:solidFill>
          <a:schemeClr val="accent1"/>
        </a:solidFill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</a:objectDefaults>
  <a:extraClrSchemeLst>
    <a:extraClrScheme>
      <a:clrScheme name="Eixo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ixo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ixo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ixo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ixo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ixo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ixo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ixo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odelo Aula - Verde 2026" id="{487BAD02-00EA-374B-A396-E03312C8DEE7}" vid="{6D870023-1420-F141-B2DD-501078910D17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Modelo Aula - Verde 2026 (etec e fatec)</Template>
  <TotalTime>283</TotalTime>
  <Words>246</Words>
  <Application>Microsoft Office PowerPoint</Application>
  <PresentationFormat>Widescreen</PresentationFormat>
  <Paragraphs>68</Paragraphs>
  <Slides>112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112</vt:i4>
      </vt:variant>
    </vt:vector>
  </HeadingPairs>
  <TitlesOfParts>
    <vt:vector size="117" baseType="lpstr">
      <vt:lpstr>Arial</vt:lpstr>
      <vt:lpstr>Calibri</vt:lpstr>
      <vt:lpstr>Times New Roman</vt:lpstr>
      <vt:lpstr>Wingdings</vt:lpstr>
      <vt:lpstr>Slide Verde</vt:lpstr>
      <vt:lpstr>Aula 02</vt:lpstr>
      <vt:lpstr>Apresentação do PowerPoint</vt:lpstr>
      <vt:lpstr>Apresentação do PowerPoint</vt:lpstr>
      <vt:lpstr>estilos.css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Index.html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Estilos.css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Exemplo1.html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Exemplo 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Exemplo 3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Exercicios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Exemplo 4</vt:lpstr>
      <vt:lpstr>Objetivo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Entendendo do Flex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Exercício 7</vt:lpstr>
      <vt:lpstr>Apresentação do PowerPoint</vt:lpstr>
      <vt:lpstr>Apresentação do PowerPoint</vt:lpstr>
      <vt:lpstr>Apresentação do PowerPoint</vt:lpstr>
      <vt:lpstr>Exemplo5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Fim da aula para turma A em 29/10</vt:lpstr>
    </vt:vector>
  </TitlesOfParts>
  <Company>Centro Paula Souza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02</dc:title>
  <dc:creator>admin</dc:creator>
  <cp:lastModifiedBy>Lab 01</cp:lastModifiedBy>
  <cp:revision>28</cp:revision>
  <cp:lastPrinted>2024-03-07T14:22:47Z</cp:lastPrinted>
  <dcterms:created xsi:type="dcterms:W3CDTF">2026-10-09T13:34:20Z</dcterms:created>
  <dcterms:modified xsi:type="dcterms:W3CDTF">2026-10-29T13:47:06Z</dcterms:modified>
</cp:coreProperties>
</file>