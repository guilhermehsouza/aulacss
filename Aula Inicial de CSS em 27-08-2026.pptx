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11" r:id="rId9"/>
    <p:sldId id="312" r:id="rId10"/>
    <p:sldId id="263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EF59C-79FA-4392-B45D-4FC671DB8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E03C6A-D6BA-42C3-9459-89F35C7C2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221CC9-0A5F-4CDB-B101-49972B4E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D1F54E-4B9A-4B84-B4F5-5044CAFF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CC06EF-95E9-46AD-B3F2-0CCEAF57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895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EB66B-6E59-493E-9D61-78B8CA23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FCDF41-0926-4825-A390-6D3F3FFEA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E0AD9B-6996-4882-9661-DA5D60AE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D708D9-71D0-44CC-990C-A9A42B95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54EFB3-65CE-463B-B854-81D1FF0A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26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876FB-91C3-437D-9C76-CAF766DEB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F5EDEE-9C4B-4ADB-87C9-9FABC77AC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7CEEA5-F2A2-4335-9ED8-554F77D9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E7723D-816B-4A82-B164-FCB5774D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838B50-BDC9-432F-86FA-35B9E30B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35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5B19B-0971-42C4-893E-811E50CF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39B239-ED47-406F-80F2-E831563EA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D8A78E-3DD1-4CE8-B516-60212CE9A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DEDFA7-6C62-4897-99B7-AEDD464C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B6E5E1-C8AD-4279-9CB6-FE17B315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B63C7C-7DB4-4BCB-8C39-94431967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86714-6251-42A5-85F9-F5A0119D7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6366A4-27D0-4C92-89BE-72B17B825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5CFFA1-DA23-431B-8301-361C77355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C5B5D5-7E11-4D5B-A73C-0565C4F1C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7F6997-847C-4C34-A0B3-B99C2499B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32FBF27-AC7B-4987-9808-18621680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6AD86D3-4A2D-4DB3-9608-7A9C313A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5EAF05-7448-4C57-9E41-41E36E52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7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B2CB8-B564-4EA9-9DDF-635ED068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335C522-1207-4AA5-8AB1-82318DD0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92DBAA-8BAE-4358-8E43-4AB1C7171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AB04D2-CFD4-49AB-89B3-3B062E30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37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0D7A3D-172F-456C-92BB-FA98E9810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15354B-BA12-4901-A0D4-56AC4003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081302-01B0-4E00-9A51-2A5BAC41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32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3CC26-B23F-4591-B14C-FBE712289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E113AA-1576-4E71-B5C9-2F0A3A6F8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7869D5-2222-4D74-BCF4-20C14C640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4E3658-1051-4D1C-9050-529A05176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16C33E-8641-4474-8083-BD8D713DC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ED2F0D-E1B4-4FB6-9549-A36106FB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68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535EF-1FE3-4AEF-900C-AE061B1B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601A08-9AAD-4D6F-893B-52B8EEA9FC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1E7118-2137-4FF3-B66F-D486C2BBA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FFE2E0-BE77-463A-8C0F-3B6E4CFE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3786EE-6593-4503-AB87-B4D16F78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7BAA35-9B9E-44A4-9AD8-B625BA35C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63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B733B-7AE3-4CE8-82AE-832AFA2A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83B82D-5475-40F8-9CA0-3D891B7E9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A6D5C9-8B8C-416C-8542-1D3C294EA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E5FAD5-9A2E-4639-812E-74B80651C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D153B5-29A5-409E-8027-1E2D3197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33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E04929-EFE2-4429-8D00-B97A1E974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075B01-A596-4BBE-9A52-D2C6DAA56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10ECF6-E0B5-4FA4-A91F-8889F2A3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70DBB1-4440-4811-B338-3E569CC8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C0C22B-C208-43F5-A974-EBC7D31A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75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48BAFD0-D99A-40FD-A963-0DEF393A8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DE6C78-213B-4B80-93D1-FBB997DD7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BC16E4-6100-44BF-BC3B-19E4EB8A5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03658-FBF6-4785-A705-A13708A95F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CDA90F-5765-4275-96C7-2ADED50ED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7A38F4-211C-4B3E-B2F3-E5888C846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0AA5-4B45-435B-8873-3FE37FAEC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66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D6CAB12-58C8-4464-9D76-ECA1FE62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311728"/>
            <a:ext cx="11083636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26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A183221-BF10-4457-84FC-F376A3AD9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450273"/>
            <a:ext cx="11083636" cy="595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73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19E5CFC-BF3D-4F01-990B-9341B77D0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7650"/>
            <a:ext cx="9144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57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760613C-C9E7-4286-B0AC-0A84B4EE8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19" y="151942"/>
            <a:ext cx="9392961" cy="6554115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EE079D5-B950-4596-A9E7-DA7F787C1D5B}"/>
              </a:ext>
            </a:extLst>
          </p:cNvPr>
          <p:cNvCxnSpPr/>
          <p:nvPr/>
        </p:nvCxnSpPr>
        <p:spPr>
          <a:xfrm flipV="1">
            <a:off x="5190067" y="4174067"/>
            <a:ext cx="592666" cy="7535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5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1ED29FA-B4D6-4D95-A7C8-479111842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7650"/>
            <a:ext cx="9144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4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02EE865-94D5-47EF-AE18-4EB60D844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728" y="634787"/>
            <a:ext cx="6628071" cy="5452397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E309B2CA-C7C2-43C2-B108-1937C66DDD80}"/>
              </a:ext>
            </a:extLst>
          </p:cNvPr>
          <p:cNvSpPr/>
          <p:nvPr/>
        </p:nvSpPr>
        <p:spPr>
          <a:xfrm>
            <a:off x="1092200" y="664633"/>
            <a:ext cx="2201333" cy="13970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Criar a pasta </a:t>
            </a:r>
            <a:r>
              <a:rPr lang="pt-BR" sz="2400" b="1" dirty="0">
                <a:solidFill>
                  <a:schemeClr val="tx1"/>
                </a:solidFill>
              </a:rPr>
              <a:t>aula01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2E83457-20CC-41C3-8498-F453A4C31CF9}"/>
              </a:ext>
            </a:extLst>
          </p:cNvPr>
          <p:cNvCxnSpPr>
            <a:stCxn id="6" idx="6"/>
          </p:cNvCxnSpPr>
          <p:nvPr/>
        </p:nvCxnSpPr>
        <p:spPr>
          <a:xfrm>
            <a:off x="3293533" y="1363133"/>
            <a:ext cx="2159000" cy="1346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C040F8E5-1535-4BD1-BCCC-8178BFB717F1}"/>
              </a:ext>
            </a:extLst>
          </p:cNvPr>
          <p:cNvSpPr/>
          <p:nvPr/>
        </p:nvSpPr>
        <p:spPr>
          <a:xfrm>
            <a:off x="931333" y="3509153"/>
            <a:ext cx="2269067" cy="1287215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Criar este arquivos dentro da pasta</a:t>
            </a:r>
          </a:p>
        </p:txBody>
      </p:sp>
      <p:sp>
        <p:nvSpPr>
          <p:cNvPr id="10" name="Chave Esquerda 9">
            <a:extLst>
              <a:ext uri="{FF2B5EF4-FFF2-40B4-BE49-F238E27FC236}">
                <a16:creationId xmlns:a16="http://schemas.microsoft.com/office/drawing/2014/main" id="{D24D8ECE-2DA3-4721-90BF-86543A44CBD2}"/>
              </a:ext>
            </a:extLst>
          </p:cNvPr>
          <p:cNvSpPr/>
          <p:nvPr/>
        </p:nvSpPr>
        <p:spPr>
          <a:xfrm>
            <a:off x="3361267" y="3048001"/>
            <a:ext cx="1974061" cy="2319866"/>
          </a:xfrm>
          <a:prstGeom prst="leftBrace">
            <a:avLst>
              <a:gd name="adj1" fmla="val 48859"/>
              <a:gd name="adj2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872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BA66785-338F-4833-9B70-A62119E8F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95" y="313055"/>
            <a:ext cx="4775883" cy="3928746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D72E83A-7687-4D0D-B378-2A7AC2EE280C}"/>
              </a:ext>
            </a:extLst>
          </p:cNvPr>
          <p:cNvCxnSpPr/>
          <p:nvPr/>
        </p:nvCxnSpPr>
        <p:spPr>
          <a:xfrm flipH="1" flipV="1">
            <a:off x="2743200" y="3547533"/>
            <a:ext cx="2624667" cy="1651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B95ED23D-184C-4426-AEBA-9A0FA3E58EF9}"/>
              </a:ext>
            </a:extLst>
          </p:cNvPr>
          <p:cNvSpPr/>
          <p:nvPr/>
        </p:nvSpPr>
        <p:spPr>
          <a:xfrm>
            <a:off x="5257800" y="4555067"/>
            <a:ext cx="2362200" cy="174413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3600" dirty="0">
                <a:solidFill>
                  <a:schemeClr val="tx1"/>
                </a:solidFill>
              </a:rPr>
              <a:t>Clique 2x</a:t>
            </a:r>
          </a:p>
        </p:txBody>
      </p:sp>
    </p:spTree>
    <p:extLst>
      <p:ext uri="{BB962C8B-B14F-4D97-AF65-F5344CB8AC3E}">
        <p14:creationId xmlns:p14="http://schemas.microsoft.com/office/powerpoint/2010/main" val="158938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295471F-8323-4DC5-B578-E41C0B93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59" y="974240"/>
            <a:ext cx="10976681" cy="4909521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3F6D98E8-25A9-44F4-B484-0FB5A19471D1}"/>
              </a:ext>
            </a:extLst>
          </p:cNvPr>
          <p:cNvSpPr/>
          <p:nvPr/>
        </p:nvSpPr>
        <p:spPr>
          <a:xfrm>
            <a:off x="8483600" y="5469467"/>
            <a:ext cx="2201333" cy="129540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Criar a estrutura do HTML</a:t>
            </a:r>
          </a:p>
        </p:txBody>
      </p:sp>
    </p:spTree>
    <p:extLst>
      <p:ext uri="{BB962C8B-B14F-4D97-AF65-F5344CB8AC3E}">
        <p14:creationId xmlns:p14="http://schemas.microsoft.com/office/powerpoint/2010/main" val="42339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DC57CD0-EA74-4D33-AAD8-DAC97AB58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160" y="253350"/>
            <a:ext cx="8875681" cy="63513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0664FDA-D969-4C23-87EC-6D305AF47995}"/>
              </a:ext>
            </a:extLst>
          </p:cNvPr>
          <p:cNvSpPr/>
          <p:nvPr/>
        </p:nvSpPr>
        <p:spPr>
          <a:xfrm>
            <a:off x="2929467" y="2252133"/>
            <a:ext cx="3225800" cy="355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A8E366E-2A74-48BF-9BAE-48E22FB4A0EB}"/>
              </a:ext>
            </a:extLst>
          </p:cNvPr>
          <p:cNvSpPr/>
          <p:nvPr/>
        </p:nvSpPr>
        <p:spPr>
          <a:xfrm>
            <a:off x="2929467" y="2785532"/>
            <a:ext cx="3225800" cy="1464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73BF49-8904-49F9-8595-954C2D0E468A}"/>
              </a:ext>
            </a:extLst>
          </p:cNvPr>
          <p:cNvSpPr/>
          <p:nvPr/>
        </p:nvSpPr>
        <p:spPr>
          <a:xfrm>
            <a:off x="2929467" y="5317067"/>
            <a:ext cx="3225800" cy="516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26D046C-9BBB-41CD-BC70-43BC33C3F890}"/>
              </a:ext>
            </a:extLst>
          </p:cNvPr>
          <p:cNvSpPr/>
          <p:nvPr/>
        </p:nvSpPr>
        <p:spPr>
          <a:xfrm>
            <a:off x="321733" y="1718733"/>
            <a:ext cx="2150534" cy="1464735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Titulo da Página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ED1640FB-FFF5-4EC2-AA5B-EF8B3AAEADA2}"/>
              </a:ext>
            </a:extLst>
          </p:cNvPr>
          <p:cNvSpPr/>
          <p:nvPr/>
        </p:nvSpPr>
        <p:spPr>
          <a:xfrm flipH="1">
            <a:off x="6451600" y="2785531"/>
            <a:ext cx="2243666" cy="1464735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Área de Estilos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F56C93DE-B650-49B3-954E-185D30C7B6F7}"/>
              </a:ext>
            </a:extLst>
          </p:cNvPr>
          <p:cNvSpPr/>
          <p:nvPr/>
        </p:nvSpPr>
        <p:spPr>
          <a:xfrm>
            <a:off x="321733" y="4842932"/>
            <a:ext cx="2150534" cy="1464735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h1</a:t>
            </a:r>
          </a:p>
        </p:txBody>
      </p:sp>
    </p:spTree>
    <p:extLst>
      <p:ext uri="{BB962C8B-B14F-4D97-AF65-F5344CB8AC3E}">
        <p14:creationId xmlns:p14="http://schemas.microsoft.com/office/powerpoint/2010/main" val="1741291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CFBB407-8F81-42FC-8C2D-060D24042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1000125"/>
            <a:ext cx="8867775" cy="485775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48DE05A9-5B6F-4BE4-8E45-5B1EA272AB84}"/>
              </a:ext>
            </a:extLst>
          </p:cNvPr>
          <p:cNvCxnSpPr>
            <a:cxnSpLocks/>
          </p:cNvCxnSpPr>
          <p:nvPr/>
        </p:nvCxnSpPr>
        <p:spPr>
          <a:xfrm>
            <a:off x="781579" y="2201333"/>
            <a:ext cx="8805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AFDC71E-90A1-4A1D-A628-2C2267A36F96}"/>
              </a:ext>
            </a:extLst>
          </p:cNvPr>
          <p:cNvCxnSpPr>
            <a:cxnSpLocks/>
          </p:cNvCxnSpPr>
          <p:nvPr/>
        </p:nvCxnSpPr>
        <p:spPr>
          <a:xfrm flipH="1">
            <a:off x="3022600" y="372533"/>
            <a:ext cx="364067" cy="62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625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E2C58-F40E-4E29-9FE6-E8952639D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Criando os nossos estilos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9F6EBC-5A88-43DF-AC8A-6ADEA96913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94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BE5DAF6-4080-4E45-857A-6CDB9793A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76" y="311728"/>
            <a:ext cx="8517246" cy="6234545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49C1A62-0866-45C8-8ADA-ACD01C51489C}"/>
              </a:ext>
            </a:extLst>
          </p:cNvPr>
          <p:cNvCxnSpPr>
            <a:cxnSpLocks/>
          </p:cNvCxnSpPr>
          <p:nvPr/>
        </p:nvCxnSpPr>
        <p:spPr>
          <a:xfrm>
            <a:off x="872067" y="237067"/>
            <a:ext cx="1718733" cy="4402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C86D291-5FE5-45C4-988B-2AE44C4A9511}"/>
              </a:ext>
            </a:extLst>
          </p:cNvPr>
          <p:cNvCxnSpPr/>
          <p:nvPr/>
        </p:nvCxnSpPr>
        <p:spPr>
          <a:xfrm flipV="1">
            <a:off x="1210733" y="1464733"/>
            <a:ext cx="1185334" cy="1041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0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2A85DE0-1B21-4747-984F-3E345976F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76" y="311728"/>
            <a:ext cx="8517246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25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656BAE6-00CD-4E2E-B124-C2786199F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89" y="120376"/>
            <a:ext cx="3701678" cy="6489752"/>
          </a:xfrm>
          <a:prstGeom prst="rect">
            <a:avLst/>
          </a:prstGeom>
        </p:spPr>
      </p:pic>
      <p:sp>
        <p:nvSpPr>
          <p:cNvPr id="4" name="Seta: para a Esquerda 3">
            <a:extLst>
              <a:ext uri="{FF2B5EF4-FFF2-40B4-BE49-F238E27FC236}">
                <a16:creationId xmlns:a16="http://schemas.microsoft.com/office/drawing/2014/main" id="{10DB37B8-EC39-4380-9406-CA7D0879EAF7}"/>
              </a:ext>
            </a:extLst>
          </p:cNvPr>
          <p:cNvSpPr/>
          <p:nvPr/>
        </p:nvSpPr>
        <p:spPr>
          <a:xfrm>
            <a:off x="2302933" y="4030133"/>
            <a:ext cx="3369734" cy="87206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Clique </a:t>
            </a:r>
          </a:p>
        </p:txBody>
      </p:sp>
    </p:spTree>
    <p:extLst>
      <p:ext uri="{BB962C8B-B14F-4D97-AF65-F5344CB8AC3E}">
        <p14:creationId xmlns:p14="http://schemas.microsoft.com/office/powerpoint/2010/main" val="943063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AC6EA2-18C3-4273-A8B0-B9C517A8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66" y="0"/>
            <a:ext cx="9065267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7C986D0-788A-485F-AD9D-1D1A42D42001}"/>
              </a:ext>
            </a:extLst>
          </p:cNvPr>
          <p:cNvSpPr/>
          <p:nvPr/>
        </p:nvSpPr>
        <p:spPr>
          <a:xfrm>
            <a:off x="3462867" y="4910667"/>
            <a:ext cx="6510866" cy="1024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454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B3ACFE2-A26E-4572-A7B7-93F9871F5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66" y="0"/>
            <a:ext cx="9065267" cy="6858000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359C3963-F87C-45DA-B528-7475CD6B32BA}"/>
              </a:ext>
            </a:extLst>
          </p:cNvPr>
          <p:cNvSpPr/>
          <p:nvPr/>
        </p:nvSpPr>
        <p:spPr>
          <a:xfrm>
            <a:off x="635000" y="3623733"/>
            <a:ext cx="1185333" cy="83820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clique</a:t>
            </a:r>
          </a:p>
        </p:txBody>
      </p:sp>
    </p:spTree>
    <p:extLst>
      <p:ext uri="{BB962C8B-B14F-4D97-AF65-F5344CB8AC3E}">
        <p14:creationId xmlns:p14="http://schemas.microsoft.com/office/powerpoint/2010/main" val="134988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380E3FB-6F71-49EF-9BA3-C34479686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14" y="0"/>
            <a:ext cx="9368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03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091BAA4-EBED-4D9A-838F-BBBBD282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36" y="1267138"/>
            <a:ext cx="11283527" cy="432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61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7A966D4-2F83-4D18-AE71-36AC78FBB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60" y="1161039"/>
            <a:ext cx="10054879" cy="399405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16492F7-6703-404E-B4EA-D2F772952CB2}"/>
              </a:ext>
            </a:extLst>
          </p:cNvPr>
          <p:cNvSpPr/>
          <p:nvPr/>
        </p:nvSpPr>
        <p:spPr>
          <a:xfrm>
            <a:off x="4732867" y="5359400"/>
            <a:ext cx="3623733" cy="1253067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Encontre o seu tom cor favorito</a:t>
            </a:r>
          </a:p>
        </p:txBody>
      </p:sp>
    </p:spTree>
    <p:extLst>
      <p:ext uri="{BB962C8B-B14F-4D97-AF65-F5344CB8AC3E}">
        <p14:creationId xmlns:p14="http://schemas.microsoft.com/office/powerpoint/2010/main" val="2375562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3F68E8A-B4E1-4DA1-8CCA-A0BEBECDD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316" y="483888"/>
            <a:ext cx="8483768" cy="589022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985D94-96BA-4327-9A71-059DE315F754}"/>
              </a:ext>
            </a:extLst>
          </p:cNvPr>
          <p:cNvSpPr/>
          <p:nvPr/>
        </p:nvSpPr>
        <p:spPr>
          <a:xfrm>
            <a:off x="2700867" y="1092200"/>
            <a:ext cx="3708400" cy="1168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1914A80A-9DE2-47DD-8EC8-43D3769A3DDA}"/>
              </a:ext>
            </a:extLst>
          </p:cNvPr>
          <p:cNvSpPr/>
          <p:nvPr/>
        </p:nvSpPr>
        <p:spPr>
          <a:xfrm>
            <a:off x="338667" y="973667"/>
            <a:ext cx="2099733" cy="128693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Digite este código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87DAD5E-6792-4C8B-93FE-A76742B88AE3}"/>
              </a:ext>
            </a:extLst>
          </p:cNvPr>
          <p:cNvCxnSpPr/>
          <p:nvPr/>
        </p:nvCxnSpPr>
        <p:spPr>
          <a:xfrm>
            <a:off x="4360333" y="2142067"/>
            <a:ext cx="1634067" cy="2768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432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6BD2F7C-82EC-4440-BD0C-271313EAD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75" y="662554"/>
            <a:ext cx="11307848" cy="553289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387BF45-89CF-4699-877E-96CDC5FD3B62}"/>
              </a:ext>
            </a:extLst>
          </p:cNvPr>
          <p:cNvSpPr/>
          <p:nvPr/>
        </p:nvSpPr>
        <p:spPr>
          <a:xfrm>
            <a:off x="1159933" y="2523067"/>
            <a:ext cx="3674534" cy="1227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4" name="Seta: Dobrada para Cima 3">
            <a:extLst>
              <a:ext uri="{FF2B5EF4-FFF2-40B4-BE49-F238E27FC236}">
                <a16:creationId xmlns:a16="http://schemas.microsoft.com/office/drawing/2014/main" id="{0E483484-75CB-4852-A557-45CF9FA34CEA}"/>
              </a:ext>
            </a:extLst>
          </p:cNvPr>
          <p:cNvSpPr/>
          <p:nvPr/>
        </p:nvSpPr>
        <p:spPr>
          <a:xfrm rot="5400000">
            <a:off x="2332566" y="4034367"/>
            <a:ext cx="1566332" cy="999068"/>
          </a:xfrm>
          <a:prstGeom prst="bentUp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351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7426FC4-0F16-4A3E-8FD8-694EF3B3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25" y="506365"/>
            <a:ext cx="11436949" cy="584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73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B684170-25FF-4560-A8E7-454A42894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34" y="437779"/>
            <a:ext cx="10443333" cy="598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70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B60E392-DA8D-48AA-830D-BE0B0C2A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14" y="0"/>
            <a:ext cx="9368971" cy="6858000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4CB8F477-B88F-4364-87AC-493BEA7D883F}"/>
              </a:ext>
            </a:extLst>
          </p:cNvPr>
          <p:cNvSpPr/>
          <p:nvPr/>
        </p:nvSpPr>
        <p:spPr>
          <a:xfrm>
            <a:off x="220133" y="2971800"/>
            <a:ext cx="1363134" cy="88053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clique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57F256-C78F-477C-8606-70673D041A75}"/>
              </a:ext>
            </a:extLst>
          </p:cNvPr>
          <p:cNvSpPr/>
          <p:nvPr/>
        </p:nvSpPr>
        <p:spPr>
          <a:xfrm>
            <a:off x="3166533" y="3429000"/>
            <a:ext cx="5113867" cy="13292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681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7987A8B-63D1-466C-BB14-D10103C6C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10" y="1175498"/>
            <a:ext cx="8702779" cy="450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74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E0BB6B8-CE35-4430-9056-50E8F4B02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85" y="692897"/>
            <a:ext cx="10990630" cy="433767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16D378D-3913-4FDB-8851-151B3D0C4CCE}"/>
              </a:ext>
            </a:extLst>
          </p:cNvPr>
          <p:cNvSpPr/>
          <p:nvPr/>
        </p:nvSpPr>
        <p:spPr>
          <a:xfrm>
            <a:off x="4732867" y="5359400"/>
            <a:ext cx="3623733" cy="1253067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Encontre o seu tom cor favorito</a:t>
            </a:r>
          </a:p>
        </p:txBody>
      </p:sp>
    </p:spTree>
    <p:extLst>
      <p:ext uri="{BB962C8B-B14F-4D97-AF65-F5344CB8AC3E}">
        <p14:creationId xmlns:p14="http://schemas.microsoft.com/office/powerpoint/2010/main" val="4177492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1A42639-B23B-4D83-9321-3587CE6BC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93" y="426253"/>
            <a:ext cx="10305012" cy="600549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DF95E7D-BB53-4185-9FF2-8A04C2163965}"/>
              </a:ext>
            </a:extLst>
          </p:cNvPr>
          <p:cNvSpPr/>
          <p:nvPr/>
        </p:nvSpPr>
        <p:spPr>
          <a:xfrm>
            <a:off x="2421465" y="3623733"/>
            <a:ext cx="3742268" cy="431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4" name="Seta: Dobrada para Cima 3">
            <a:extLst>
              <a:ext uri="{FF2B5EF4-FFF2-40B4-BE49-F238E27FC236}">
                <a16:creationId xmlns:a16="http://schemas.microsoft.com/office/drawing/2014/main" id="{A45DC54E-9B7E-46BC-9BC0-D7920C54DAA0}"/>
              </a:ext>
            </a:extLst>
          </p:cNvPr>
          <p:cNvSpPr/>
          <p:nvPr/>
        </p:nvSpPr>
        <p:spPr>
          <a:xfrm rot="5400000">
            <a:off x="1833031" y="4643968"/>
            <a:ext cx="1735668" cy="558801"/>
          </a:xfrm>
          <a:prstGeom prst="bentUpArrow">
            <a:avLst>
              <a:gd name="adj1" fmla="val 38637"/>
              <a:gd name="adj2" fmla="val 34091"/>
              <a:gd name="adj3" fmla="val 23485"/>
            </a:avLst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325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E21326-334F-4998-B7E4-29A69E74F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110" y="191785"/>
            <a:ext cx="7655781" cy="647442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A171431-7509-4510-8FF6-14A91B20882C}"/>
              </a:ext>
            </a:extLst>
          </p:cNvPr>
          <p:cNvSpPr/>
          <p:nvPr/>
        </p:nvSpPr>
        <p:spPr>
          <a:xfrm>
            <a:off x="2667000" y="1557867"/>
            <a:ext cx="6798733" cy="4055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697FE24-3AAB-4563-99F5-6A7153D0ABA0}"/>
              </a:ext>
            </a:extLst>
          </p:cNvPr>
          <p:cNvSpPr/>
          <p:nvPr/>
        </p:nvSpPr>
        <p:spPr>
          <a:xfrm>
            <a:off x="3445933" y="2201333"/>
            <a:ext cx="2717800" cy="62653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640DB5-26E0-4B7A-BAE7-A913E4FAF3C0}"/>
              </a:ext>
            </a:extLst>
          </p:cNvPr>
          <p:cNvSpPr/>
          <p:nvPr/>
        </p:nvSpPr>
        <p:spPr>
          <a:xfrm>
            <a:off x="3445932" y="2997199"/>
            <a:ext cx="5748867" cy="145626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CC3C52A-7A81-483F-B2DD-ADCF549B03E8}"/>
              </a:ext>
            </a:extLst>
          </p:cNvPr>
          <p:cNvCxnSpPr>
            <a:cxnSpLocks/>
          </p:cNvCxnSpPr>
          <p:nvPr/>
        </p:nvCxnSpPr>
        <p:spPr>
          <a:xfrm>
            <a:off x="948267" y="711200"/>
            <a:ext cx="1981200" cy="11091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4A89E98D-D3C9-40D6-920D-AE48DCD3A6E5}"/>
              </a:ext>
            </a:extLst>
          </p:cNvPr>
          <p:cNvSpPr/>
          <p:nvPr/>
        </p:nvSpPr>
        <p:spPr>
          <a:xfrm>
            <a:off x="388989" y="258234"/>
            <a:ext cx="1219200" cy="94826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 err="1">
                <a:solidFill>
                  <a:schemeClr val="tx1"/>
                </a:solidFill>
              </a:rPr>
              <a:t>div</a:t>
            </a:r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82A24D4-68C3-4077-A009-397E4BD0C5DF}"/>
              </a:ext>
            </a:extLst>
          </p:cNvPr>
          <p:cNvSpPr/>
          <p:nvPr/>
        </p:nvSpPr>
        <p:spPr>
          <a:xfrm>
            <a:off x="439551" y="2154767"/>
            <a:ext cx="1219200" cy="94826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h3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3B2D97E-3537-48E1-A973-4779579CAF80}"/>
              </a:ext>
            </a:extLst>
          </p:cNvPr>
          <p:cNvCxnSpPr>
            <a:stCxn id="11" idx="6"/>
          </p:cNvCxnSpPr>
          <p:nvPr/>
        </p:nvCxnSpPr>
        <p:spPr>
          <a:xfrm flipV="1">
            <a:off x="1658751" y="2514600"/>
            <a:ext cx="1787181" cy="1143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0DC9536E-B423-415D-B2D5-C39064AEBF07}"/>
              </a:ext>
            </a:extLst>
          </p:cNvPr>
          <p:cNvSpPr/>
          <p:nvPr/>
        </p:nvSpPr>
        <p:spPr>
          <a:xfrm>
            <a:off x="439551" y="3949700"/>
            <a:ext cx="1219200" cy="88476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9DF33E28-308A-4DC2-BF40-3291F8B614D8}"/>
              </a:ext>
            </a:extLst>
          </p:cNvPr>
          <p:cNvCxnSpPr>
            <a:stCxn id="14" idx="6"/>
          </p:cNvCxnSpPr>
          <p:nvPr/>
        </p:nvCxnSpPr>
        <p:spPr>
          <a:xfrm flipV="1">
            <a:off x="1658751" y="3217333"/>
            <a:ext cx="1939582" cy="117475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544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7622AE0-817B-4AE7-94D6-309BE47AD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000125"/>
            <a:ext cx="6648450" cy="4857750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F6F5F683-A10D-46F8-8C58-4F651FA985C6}"/>
              </a:ext>
            </a:extLst>
          </p:cNvPr>
          <p:cNvSpPr/>
          <p:nvPr/>
        </p:nvSpPr>
        <p:spPr>
          <a:xfrm>
            <a:off x="8729133" y="4893733"/>
            <a:ext cx="2065867" cy="1608667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Resultado Parcial</a:t>
            </a:r>
          </a:p>
        </p:txBody>
      </p:sp>
    </p:spTree>
    <p:extLst>
      <p:ext uri="{BB962C8B-B14F-4D97-AF65-F5344CB8AC3E}">
        <p14:creationId xmlns:p14="http://schemas.microsoft.com/office/powerpoint/2010/main" val="32597089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EDD2B36-56EE-4CCB-B7ED-EB3FE9A76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216" y="53704"/>
            <a:ext cx="7287568" cy="675059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2F3944D-FA86-44C1-8129-3F94413BE36D}"/>
              </a:ext>
            </a:extLst>
          </p:cNvPr>
          <p:cNvSpPr/>
          <p:nvPr/>
        </p:nvSpPr>
        <p:spPr>
          <a:xfrm>
            <a:off x="3725333" y="1430867"/>
            <a:ext cx="1752600" cy="1507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604DC35-677E-4AFE-B355-5750351D8790}"/>
              </a:ext>
            </a:extLst>
          </p:cNvPr>
          <p:cNvSpPr/>
          <p:nvPr/>
        </p:nvSpPr>
        <p:spPr>
          <a:xfrm>
            <a:off x="3725333" y="3242733"/>
            <a:ext cx="1752600" cy="150706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462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5A8F6CA-2C71-491E-AA54-E83B7A9A9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96" y="569762"/>
            <a:ext cx="10967806" cy="571847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EC60EE8-7A6B-4F84-BEC5-BA6781D27E18}"/>
              </a:ext>
            </a:extLst>
          </p:cNvPr>
          <p:cNvSpPr/>
          <p:nvPr/>
        </p:nvSpPr>
        <p:spPr>
          <a:xfrm>
            <a:off x="1430867" y="1261533"/>
            <a:ext cx="3615266" cy="81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FE9C05F-CDAB-4AE5-9ADF-BB573E18DDA9}"/>
              </a:ext>
            </a:extLst>
          </p:cNvPr>
          <p:cNvCxnSpPr/>
          <p:nvPr/>
        </p:nvCxnSpPr>
        <p:spPr>
          <a:xfrm>
            <a:off x="2514600" y="5774267"/>
            <a:ext cx="629073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B8F99C3D-C6D8-44C0-ABEE-A5B9A62F8CEE}"/>
              </a:ext>
            </a:extLst>
          </p:cNvPr>
          <p:cNvSpPr/>
          <p:nvPr/>
        </p:nvSpPr>
        <p:spPr>
          <a:xfrm>
            <a:off x="8805333" y="5151969"/>
            <a:ext cx="2633134" cy="1244595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b="1" dirty="0" err="1">
                <a:solidFill>
                  <a:schemeClr val="tx1"/>
                </a:solidFill>
              </a:rPr>
              <a:t>width</a:t>
            </a:r>
            <a:r>
              <a:rPr lang="pt-BR" sz="2000" dirty="0">
                <a:solidFill>
                  <a:schemeClr val="tx1"/>
                </a:solidFill>
              </a:rPr>
              <a:t> é a largura do </a:t>
            </a:r>
            <a:r>
              <a:rPr lang="pt-BR" sz="2000" dirty="0" err="1">
                <a:solidFill>
                  <a:schemeClr val="tx1"/>
                </a:solidFill>
              </a:rPr>
              <a:t>div</a:t>
            </a: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572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CB84444-6119-45EF-B691-4E472AA9B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000125"/>
            <a:ext cx="664845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13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184F165-06ED-450C-943B-524DAACA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903" y="599156"/>
            <a:ext cx="9740195" cy="565968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9BB9F3C-4B44-4024-9960-36E49F29B2EA}"/>
              </a:ext>
            </a:extLst>
          </p:cNvPr>
          <p:cNvSpPr/>
          <p:nvPr/>
        </p:nvSpPr>
        <p:spPr>
          <a:xfrm>
            <a:off x="2015067" y="2404533"/>
            <a:ext cx="1930400" cy="423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083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450521B-A6FE-42E0-B836-C26B7C2F0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450273"/>
            <a:ext cx="11083636" cy="595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99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F252B57-929B-4161-B4AE-65C9B5CCE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77" y="109265"/>
            <a:ext cx="9890045" cy="663947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78CD48E-7C3D-4FE8-86A3-25FBAE013E4F}"/>
              </a:ext>
            </a:extLst>
          </p:cNvPr>
          <p:cNvSpPr/>
          <p:nvPr/>
        </p:nvSpPr>
        <p:spPr>
          <a:xfrm>
            <a:off x="1837267" y="2057401"/>
            <a:ext cx="1811866" cy="330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03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8B7C041-7BBC-4A25-9D4C-1E34B80A8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33" y="170997"/>
            <a:ext cx="10692935" cy="651600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9AF9769-E8EB-4E73-869D-D92E1E575BB1}"/>
              </a:ext>
            </a:extLst>
          </p:cNvPr>
          <p:cNvSpPr/>
          <p:nvPr/>
        </p:nvSpPr>
        <p:spPr>
          <a:xfrm>
            <a:off x="1286933" y="1515533"/>
            <a:ext cx="9364134" cy="4131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66D13B-162F-46FB-A1F2-1C63F02C24E6}"/>
              </a:ext>
            </a:extLst>
          </p:cNvPr>
          <p:cNvSpPr/>
          <p:nvPr/>
        </p:nvSpPr>
        <p:spPr>
          <a:xfrm>
            <a:off x="2108200" y="1955800"/>
            <a:ext cx="3445933" cy="5334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402F94F-D095-4BEA-93C6-C46B4C2FFDEF}"/>
              </a:ext>
            </a:extLst>
          </p:cNvPr>
          <p:cNvSpPr/>
          <p:nvPr/>
        </p:nvSpPr>
        <p:spPr>
          <a:xfrm>
            <a:off x="2108200" y="2878667"/>
            <a:ext cx="8415867" cy="209126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70E9C86-B24A-4160-9E96-422C34F6D6B5}"/>
              </a:ext>
            </a:extLst>
          </p:cNvPr>
          <p:cNvCxnSpPr>
            <a:cxnSpLocks/>
          </p:cNvCxnSpPr>
          <p:nvPr/>
        </p:nvCxnSpPr>
        <p:spPr>
          <a:xfrm flipH="1">
            <a:off x="2743201" y="762000"/>
            <a:ext cx="1134532" cy="160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731E0951-D8FB-4420-97FC-BC340FA321D1}"/>
              </a:ext>
            </a:extLst>
          </p:cNvPr>
          <p:cNvSpPr/>
          <p:nvPr/>
        </p:nvSpPr>
        <p:spPr>
          <a:xfrm>
            <a:off x="3877733" y="237067"/>
            <a:ext cx="1778000" cy="1041399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A camada anterior acabou aqui</a:t>
            </a:r>
          </a:p>
        </p:txBody>
      </p:sp>
    </p:spTree>
    <p:extLst>
      <p:ext uri="{BB962C8B-B14F-4D97-AF65-F5344CB8AC3E}">
        <p14:creationId xmlns:p14="http://schemas.microsoft.com/office/powerpoint/2010/main" val="13146967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4EE789B-B8A8-4185-A74C-BDB9DC8A4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000125"/>
            <a:ext cx="6648450" cy="485775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255875D6-DC5F-43EA-8883-8D5CE09D9B5C}"/>
              </a:ext>
            </a:extLst>
          </p:cNvPr>
          <p:cNvCxnSpPr/>
          <p:nvPr/>
        </p:nvCxnSpPr>
        <p:spPr>
          <a:xfrm flipH="1">
            <a:off x="8737600" y="3352800"/>
            <a:ext cx="2209800" cy="795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0EFC7D9C-EC2E-49A9-B1E5-737D21B38E85}"/>
              </a:ext>
            </a:extLst>
          </p:cNvPr>
          <p:cNvSpPr/>
          <p:nvPr/>
        </p:nvSpPr>
        <p:spPr>
          <a:xfrm>
            <a:off x="10109200" y="2777067"/>
            <a:ext cx="1964267" cy="149013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As camadas estão “</a:t>
            </a:r>
            <a:r>
              <a:rPr lang="pt-BR" i="1" dirty="0">
                <a:solidFill>
                  <a:schemeClr val="tx1"/>
                </a:solidFill>
              </a:rPr>
              <a:t>grudadas”</a:t>
            </a:r>
          </a:p>
        </p:txBody>
      </p:sp>
    </p:spTree>
    <p:extLst>
      <p:ext uri="{BB962C8B-B14F-4D97-AF65-F5344CB8AC3E}">
        <p14:creationId xmlns:p14="http://schemas.microsoft.com/office/powerpoint/2010/main" val="2666233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C5B4ADA-B664-4808-A89A-D069245B5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82" y="532996"/>
            <a:ext cx="9926435" cy="57920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19885CA-C25B-47F3-A0F0-9DB7F2402AD2}"/>
              </a:ext>
            </a:extLst>
          </p:cNvPr>
          <p:cNvSpPr/>
          <p:nvPr/>
        </p:nvSpPr>
        <p:spPr>
          <a:xfrm>
            <a:off x="1642533" y="2480733"/>
            <a:ext cx="2091267" cy="321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085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3B8FC3B-D10E-4DC0-A919-8E714151C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804862"/>
            <a:ext cx="664845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144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2759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188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728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045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8041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1393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661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0743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2406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9269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105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5582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3006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276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430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0449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2058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2753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9889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4465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759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2298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9316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2518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7286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4071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7017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38100">
          <a:solidFill>
            <a:srgbClr val="FF0000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68</Words>
  <Application>Microsoft Office PowerPoint</Application>
  <PresentationFormat>Widescreen</PresentationFormat>
  <Paragraphs>21</Paragraphs>
  <Slides>66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Criando os nossos estilos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 01</dc:creator>
  <cp:lastModifiedBy>Lab 01</cp:lastModifiedBy>
  <cp:revision>9</cp:revision>
  <dcterms:created xsi:type="dcterms:W3CDTF">2026-08-27T12:05:21Z</dcterms:created>
  <dcterms:modified xsi:type="dcterms:W3CDTF">2026-08-27T13:49:41Z</dcterms:modified>
</cp:coreProperties>
</file>